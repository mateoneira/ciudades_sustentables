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  <p:sldMasterId id="2147483669" r:id="rId5"/>
  </p:sldMasterIdLst>
  <p:notesMasterIdLst>
    <p:notesMasterId r:id="rId11"/>
  </p:notesMasterIdLst>
  <p:handoutMasterIdLst>
    <p:handoutMasterId r:id="rId12"/>
  </p:handoutMasterIdLst>
  <p:sldIdLst>
    <p:sldId id="2147482333" r:id="rId6"/>
    <p:sldId id="2147482352" r:id="rId7"/>
    <p:sldId id="2147482353" r:id="rId8"/>
    <p:sldId id="2147482351" r:id="rId9"/>
    <p:sldId id="2147482354" r:id="rId10"/>
  </p:sldIdLst>
  <p:sldSz cx="12190413" cy="6859588"/>
  <p:notesSz cx="6858000" cy="9144000"/>
  <p:embeddedFontLst>
    <p:embeddedFont>
      <p:font typeface="Open Sans" pitchFamily="2" charset="0"/>
      <p:regular r:id="rId13"/>
      <p:bold r:id="rId14"/>
      <p:italic r:id="rId15"/>
      <p:boldItalic r:id="rId16"/>
    </p:embeddedFont>
    <p:embeddedFont>
      <p:font typeface="Open Sans Light" pitchFamily="2" charset="0"/>
      <p:regular r:id="rId17"/>
      <p:italic r:id="rId18"/>
    </p:embeddedFont>
    <p:embeddedFont>
      <p:font typeface="Open Sans SemiBold" pitchFamily="2" charset="0"/>
      <p:bold r:id="rId19"/>
      <p:boldItalic r:id="rId20"/>
    </p:embeddedFont>
    <p:embeddedFont>
      <p:font typeface="Roboto Light" panose="02000000000000000000" pitchFamily="2" charset="0"/>
      <p:regular r:id="rId21"/>
      <p:italic r:id="rId22"/>
    </p:embeddedFont>
  </p:embeddedFontLst>
  <p:custDataLst>
    <p:tags r:id="rId23"/>
  </p:custDataLst>
  <p:defaultTextStyle>
    <a:defPPr>
      <a:defRPr lang="en-GB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+mn-cs"/>
      </a:defRPr>
    </a:lvl1pPr>
    <a:lvl2pPr marL="544251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+mn-cs"/>
      </a:defRPr>
    </a:lvl2pPr>
    <a:lvl3pPr marL="1088502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+mn-cs"/>
      </a:defRPr>
    </a:lvl3pPr>
    <a:lvl4pPr marL="1632753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+mn-cs"/>
      </a:defRPr>
    </a:lvl4pPr>
    <a:lvl5pPr marL="2177004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+mn-cs"/>
      </a:defRPr>
    </a:lvl5pPr>
    <a:lvl6pPr marL="2721254" algn="l" defTabSz="1088502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+mn-cs"/>
      </a:defRPr>
    </a:lvl6pPr>
    <a:lvl7pPr marL="3265505" algn="l" defTabSz="1088502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+mn-cs"/>
      </a:defRPr>
    </a:lvl7pPr>
    <a:lvl8pPr marL="3809756" algn="l" defTabSz="1088502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+mn-cs"/>
      </a:defRPr>
    </a:lvl8pPr>
    <a:lvl9pPr marL="4354007" algn="l" defTabSz="1088502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4CBEA47-027A-4A4C-8DEA-3F3460FFF9E7}">
          <p14:sldIdLst>
            <p14:sldId id="2147482333"/>
            <p14:sldId id="2147482352"/>
            <p14:sldId id="2147482353"/>
            <p14:sldId id="2147482351"/>
            <p14:sldId id="214748235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29" userDrawn="1">
          <p15:clr>
            <a:srgbClr val="A4A3A4"/>
          </p15:clr>
        </p15:guide>
        <p15:guide id="2" orient="horz" pos="2271">
          <p15:clr>
            <a:srgbClr val="A4A3A4"/>
          </p15:clr>
        </p15:guide>
        <p15:guide id="3" orient="horz" pos="4202">
          <p15:clr>
            <a:srgbClr val="A4A3A4"/>
          </p15:clr>
        </p15:guide>
        <p15:guide id="4" orient="horz" pos="307">
          <p15:clr>
            <a:srgbClr val="A4A3A4"/>
          </p15:clr>
        </p15:guide>
        <p15:guide id="5" orient="horz" pos="3256">
          <p15:clr>
            <a:srgbClr val="A4A3A4"/>
          </p15:clr>
        </p15:guide>
        <p15:guide id="6" orient="horz" pos="1240">
          <p15:clr>
            <a:srgbClr val="A4A3A4"/>
          </p15:clr>
        </p15:guide>
        <p15:guide id="7" orient="horz" pos="3211">
          <p15:clr>
            <a:srgbClr val="A4A3A4"/>
          </p15:clr>
        </p15:guide>
        <p15:guide id="8" orient="horz" pos="2727" userDrawn="1">
          <p15:clr>
            <a:srgbClr val="A4A3A4"/>
          </p15:clr>
        </p15:guide>
        <p15:guide id="9" pos="52">
          <p15:clr>
            <a:srgbClr val="A4A3A4"/>
          </p15:clr>
        </p15:guide>
        <p15:guide id="10" pos="3875">
          <p15:clr>
            <a:srgbClr val="A4A3A4"/>
          </p15:clr>
        </p15:guide>
        <p15:guide id="11" pos="3816">
          <p15:clr>
            <a:srgbClr val="A4A3A4"/>
          </p15:clr>
        </p15:guide>
        <p15:guide id="12" pos="7635">
          <p15:clr>
            <a:srgbClr val="A4A3A4"/>
          </p15:clr>
        </p15:guide>
        <p15:guide id="13" pos="5767" userDrawn="1">
          <p15:clr>
            <a:srgbClr val="A4A3A4"/>
          </p15:clr>
        </p15:guide>
        <p15:guide id="14" pos="5729">
          <p15:clr>
            <a:srgbClr val="A4A3A4"/>
          </p15:clr>
        </p15:guide>
        <p15:guide id="15" pos="1962">
          <p15:clr>
            <a:srgbClr val="A4A3A4"/>
          </p15:clr>
        </p15:guide>
        <p15:guide id="16" pos="189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56AF"/>
    <a:srgbClr val="71C333"/>
    <a:srgbClr val="FF0000"/>
    <a:srgbClr val="99CCFF"/>
    <a:srgbClr val="6600CC"/>
    <a:srgbClr val="0066FF"/>
    <a:srgbClr val="CCECFF"/>
    <a:srgbClr val="99FF66"/>
    <a:srgbClr val="33CC33"/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55" autoAdjust="0"/>
    <p:restoredTop sz="94660"/>
  </p:normalViewPr>
  <p:slideViewPr>
    <p:cSldViewPr snapToGrid="0">
      <p:cViewPr varScale="1">
        <p:scale>
          <a:sx n="82" d="100"/>
          <a:sy n="82" d="100"/>
        </p:scale>
        <p:origin x="845" y="288"/>
      </p:cViewPr>
      <p:guideLst>
        <p:guide orient="horz" pos="2229"/>
        <p:guide orient="horz" pos="2271"/>
        <p:guide orient="horz" pos="4202"/>
        <p:guide orient="horz" pos="307"/>
        <p:guide orient="horz" pos="3256"/>
        <p:guide orient="horz" pos="1240"/>
        <p:guide orient="horz" pos="3211"/>
        <p:guide orient="horz" pos="2727"/>
        <p:guide pos="52"/>
        <p:guide pos="3875"/>
        <p:guide pos="3816"/>
        <p:guide pos="7635"/>
        <p:guide pos="5767"/>
        <p:guide pos="5729"/>
        <p:guide pos="1962"/>
        <p:guide pos="189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3480" y="701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9.fntdata"/><Relationship Id="rId7" Type="http://schemas.openxmlformats.org/officeDocument/2006/relationships/slide" Target="slides/slide2.xml"/><Relationship Id="rId12" Type="http://schemas.openxmlformats.org/officeDocument/2006/relationships/handoutMaster" Target="handoutMasters/handout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3.fntdata"/><Relationship Id="rId23" Type="http://schemas.openxmlformats.org/officeDocument/2006/relationships/tags" Target="tags/tag1.xml"/><Relationship Id="rId10" Type="http://schemas.openxmlformats.org/officeDocument/2006/relationships/slide" Target="slides/slide5.xml"/><Relationship Id="rId19" Type="http://schemas.openxmlformats.org/officeDocument/2006/relationships/font" Target="fonts/font7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kzidenz-Grotesk Std Light" pitchFamily="50" charset="0"/>
              </a:defRPr>
            </a:lvl1pPr>
          </a:lstStyle>
          <a:p>
            <a:endParaRPr lang="en-GB" dirty="0">
              <a:latin typeface="Open Sans Light" panose="020B0306030504020204" pitchFamily="34" charset="0"/>
            </a:endParaRP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kzidenz-Grotesk Std Light" pitchFamily="50" charset="0"/>
              </a:defRPr>
            </a:lvl1pPr>
          </a:lstStyle>
          <a:p>
            <a:endParaRPr lang="en-GB" dirty="0">
              <a:latin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45828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Open Sans Light" panose="020B0306030504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Open Sans Light" panose="020B0306030504020204" pitchFamily="34" charset="0"/>
              </a:defRPr>
            </a:lvl1pPr>
          </a:lstStyle>
          <a:p>
            <a:fld id="{645CADFC-B07C-4CDF-A6CB-673776AD24B3}" type="datetimeFigureOut">
              <a:rPr lang="en-GB" smtClean="0"/>
              <a:pPr/>
              <a:t>23/01/2026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7388" y="1143000"/>
            <a:ext cx="5483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Open Sans Light" panose="020B0306030504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Open Sans Light" panose="020B0306030504020204" pitchFamily="34" charset="0"/>
              </a:defRPr>
            </a:lvl1pPr>
          </a:lstStyle>
          <a:p>
            <a:fld id="{7A4CD859-BDD9-4D9D-B820-59E9FC703A0F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28007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CD859-BDD9-4D9D-B820-59E9FC703A0F}" type="slidenum">
              <a:rPr lang="en-GB" smtClean="0"/>
              <a:pPr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694536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1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2540" y="2242704"/>
            <a:ext cx="12038033" cy="1484655"/>
          </a:xfrm>
        </p:spPr>
        <p:txBody>
          <a:bodyPr/>
          <a:lstStyle>
            <a:lvl1pPr algn="ctr">
              <a:defRPr sz="4300" b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pPr lvl="0"/>
            <a:r>
              <a:rPr lang="es-EC" noProof="0" dirty="0" err="1"/>
              <a:t>Click</a:t>
            </a:r>
            <a:r>
              <a:rPr lang="es-EC" noProof="0" dirty="0"/>
              <a:t> </a:t>
            </a:r>
            <a:r>
              <a:rPr lang="es-EC" noProof="0" dirty="0" err="1"/>
              <a:t>to</a:t>
            </a:r>
            <a:r>
              <a:rPr lang="es-EC" noProof="0" dirty="0"/>
              <a:t> </a:t>
            </a:r>
            <a:r>
              <a:rPr lang="es-EC" noProof="0" dirty="0" err="1"/>
              <a:t>edit</a:t>
            </a:r>
            <a:r>
              <a:rPr lang="es-EC" noProof="0" dirty="0"/>
              <a:t> Master </a:t>
            </a:r>
            <a:r>
              <a:rPr lang="es-EC" noProof="0" dirty="0" err="1"/>
              <a:t>title</a:t>
            </a:r>
            <a:r>
              <a:rPr lang="es-EC" noProof="0" dirty="0"/>
              <a:t> </a:t>
            </a:r>
            <a:r>
              <a:rPr lang="es-EC" noProof="0" dirty="0" err="1"/>
              <a:t>style</a:t>
            </a:r>
            <a:endParaRPr lang="es-EC" noProof="0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112154" y="3800402"/>
            <a:ext cx="5978804" cy="544504"/>
          </a:xfrm>
        </p:spPr>
        <p:txBody>
          <a:bodyPr/>
          <a:lstStyle>
            <a:lvl1pPr marL="0" indent="0" algn="ctr">
              <a:buFontTx/>
              <a:buNone/>
              <a:defRPr sz="17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es-EC" noProof="0" dirty="0" err="1"/>
              <a:t>Click</a:t>
            </a:r>
            <a:r>
              <a:rPr lang="es-EC" noProof="0" dirty="0"/>
              <a:t> </a:t>
            </a:r>
            <a:r>
              <a:rPr lang="es-EC" noProof="0" dirty="0" err="1"/>
              <a:t>to</a:t>
            </a:r>
            <a:r>
              <a:rPr lang="es-EC" noProof="0" dirty="0"/>
              <a:t> </a:t>
            </a:r>
            <a:r>
              <a:rPr lang="es-EC" noProof="0" dirty="0" err="1"/>
              <a:t>edit</a:t>
            </a:r>
            <a:r>
              <a:rPr lang="es-EC" noProof="0" dirty="0"/>
              <a:t> Master </a:t>
            </a:r>
            <a:r>
              <a:rPr lang="es-EC" noProof="0" dirty="0" err="1"/>
              <a:t>subtitle</a:t>
            </a:r>
            <a:r>
              <a:rPr lang="es-EC" noProof="0" dirty="0"/>
              <a:t> </a:t>
            </a:r>
            <a:r>
              <a:rPr lang="es-EC" noProof="0" dirty="0" err="1"/>
              <a:t>style</a:t>
            </a:r>
            <a:endParaRPr lang="es-EC" noProof="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2539" y="0"/>
            <a:ext cx="12038034" cy="404907"/>
          </a:xfrm>
        </p:spPr>
        <p:txBody>
          <a:bodyPr/>
          <a:lstStyle>
            <a:lvl1pPr>
              <a:defRPr/>
            </a:lvl1pPr>
          </a:lstStyle>
          <a:p>
            <a:r>
              <a:rPr lang="es-EC" noProof="0" dirty="0" err="1"/>
              <a:t>Contents</a:t>
            </a:r>
            <a:endParaRPr lang="es-EC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7E5B94-2B7B-4C4E-8A26-22A4A25610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2540" y="808038"/>
            <a:ext cx="6011874" cy="4114800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38"/>
              </a:spcAft>
              <a:buClrTx/>
              <a:buSzTx/>
              <a:buFont typeface="+mj-lt"/>
              <a:buNone/>
              <a:tabLst/>
              <a:defRPr/>
            </a:lvl1pPr>
            <a:lvl2pPr>
              <a:defRPr lang="es-EC" sz="1600" noProof="0" dirty="0" smtClean="0">
                <a:solidFill>
                  <a:schemeClr val="bg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lang="es-EC" sz="1600" noProof="0" dirty="0" smtClean="0">
                <a:solidFill>
                  <a:schemeClr val="bg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lang="es-EC" sz="1600" noProof="0" dirty="0">
                <a:solidFill>
                  <a:schemeClr val="bg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</a:lstStyle>
          <a:p>
            <a:pPr marL="128628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38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s-EC" noProof="0" dirty="0" err="1"/>
              <a:t>Click</a:t>
            </a:r>
            <a:r>
              <a:rPr lang="es-EC" noProof="0" dirty="0"/>
              <a:t> </a:t>
            </a:r>
            <a:r>
              <a:rPr lang="es-EC" noProof="0" dirty="0" err="1"/>
              <a:t>to</a:t>
            </a:r>
            <a:r>
              <a:rPr lang="es-EC" noProof="0" dirty="0"/>
              <a:t> </a:t>
            </a:r>
            <a:r>
              <a:rPr lang="es-EC" noProof="0" dirty="0" err="1"/>
              <a:t>edit</a:t>
            </a:r>
            <a:r>
              <a:rPr lang="es-EC" noProof="0" dirty="0"/>
              <a:t> Master </a:t>
            </a:r>
            <a:r>
              <a:rPr lang="es-EC" noProof="0" dirty="0" err="1"/>
              <a:t>text</a:t>
            </a:r>
            <a:r>
              <a:rPr lang="es-EC" noProof="0" dirty="0"/>
              <a:t> </a:t>
            </a:r>
            <a:r>
              <a:rPr lang="es-EC" noProof="0" dirty="0" err="1"/>
              <a:t>styles</a:t>
            </a:r>
            <a:endParaRPr lang="es-EC" noProof="0" dirty="0"/>
          </a:p>
          <a:p>
            <a:pPr marL="128628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38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s-EC" noProof="0" dirty="0" err="1"/>
              <a:t>Second</a:t>
            </a:r>
            <a:r>
              <a:rPr lang="es-EC" noProof="0" dirty="0"/>
              <a:t> </a:t>
            </a:r>
            <a:r>
              <a:rPr lang="es-EC" noProof="0" dirty="0" err="1"/>
              <a:t>level</a:t>
            </a:r>
            <a:endParaRPr lang="es-EC" noProof="0" dirty="0"/>
          </a:p>
          <a:p>
            <a:pPr marL="128628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38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s-EC" noProof="0" dirty="0" err="1"/>
              <a:t>Third</a:t>
            </a:r>
            <a:r>
              <a:rPr lang="es-EC" noProof="0" dirty="0"/>
              <a:t> </a:t>
            </a:r>
            <a:r>
              <a:rPr lang="es-EC" noProof="0" dirty="0" err="1"/>
              <a:t>level</a:t>
            </a:r>
            <a:endParaRPr lang="es-EC" noProof="0" dirty="0"/>
          </a:p>
          <a:p>
            <a:pPr marL="128628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38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s-EC" noProof="0" dirty="0" err="1"/>
              <a:t>Fourth</a:t>
            </a:r>
            <a:r>
              <a:rPr lang="es-EC" noProof="0" dirty="0"/>
              <a:t> </a:t>
            </a:r>
            <a:r>
              <a:rPr lang="es-EC" noProof="0" dirty="0" err="1"/>
              <a:t>level</a:t>
            </a:r>
            <a:endParaRPr lang="es-EC" noProof="0" dirty="0"/>
          </a:p>
        </p:txBody>
      </p:sp>
    </p:spTree>
    <p:extLst>
      <p:ext uri="{BB962C8B-B14F-4D97-AF65-F5344CB8AC3E}">
        <p14:creationId xmlns:p14="http://schemas.microsoft.com/office/powerpoint/2010/main" val="3750897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0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C" noProof="0" dirty="0" err="1"/>
              <a:t>Title</a:t>
            </a:r>
            <a:r>
              <a:rPr lang="es-EC" noProof="0" dirty="0"/>
              <a:t> | </a:t>
            </a:r>
            <a:r>
              <a:rPr lang="es-EC" noProof="0" dirty="0" err="1"/>
              <a:t>Subtitle</a:t>
            </a:r>
            <a:endParaRPr lang="es-EC" noProof="0" dirty="0"/>
          </a:p>
        </p:txBody>
      </p:sp>
    </p:spTree>
    <p:extLst>
      <p:ext uri="{BB962C8B-B14F-4D97-AF65-F5344CB8AC3E}">
        <p14:creationId xmlns:p14="http://schemas.microsoft.com/office/powerpoint/2010/main" val="4192344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8B71A9-1D8E-4306-A77B-7BB1004306A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3165941"/>
            <a:ext cx="12190413" cy="527707"/>
          </a:xfrm>
        </p:spPr>
        <p:txBody>
          <a:bodyPr/>
          <a:lstStyle>
            <a:lvl1pPr marL="0" indent="0" algn="ctr">
              <a:buNone/>
              <a:defRPr sz="280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pPr lvl="0"/>
            <a:r>
              <a:rPr lang="es-EC" noProof="0" dirty="0" err="1"/>
              <a:t>Divider</a:t>
            </a:r>
            <a:endParaRPr lang="es-EC" noProof="0" dirty="0"/>
          </a:p>
        </p:txBody>
      </p:sp>
    </p:spTree>
    <p:extLst>
      <p:ext uri="{BB962C8B-B14F-4D97-AF65-F5344CB8AC3E}">
        <p14:creationId xmlns:p14="http://schemas.microsoft.com/office/powerpoint/2010/main" val="1003366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_Image no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en-US"/>
              <a:t>Title | Subtitle</a:t>
            </a:r>
            <a:endParaRPr lang="en-GB"/>
          </a:p>
        </p:txBody>
      </p:sp>
      <p:sp>
        <p:nvSpPr>
          <p:cNvPr id="5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70535" y="476360"/>
            <a:ext cx="12050038" cy="6128217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icon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932872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_Image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2540" y="476360"/>
            <a:ext cx="12038033" cy="5932273"/>
          </a:xfrm>
        </p:spPr>
        <p:txBody>
          <a:bodyPr anchor="ctr" anchorCtr="0"/>
          <a:lstStyle>
            <a:lvl1pPr marL="0" indent="0" algn="ctr">
              <a:buNone/>
              <a:defRPr sz="1900"/>
            </a:lvl1pPr>
            <a:lvl2pPr marL="544251" indent="0">
              <a:buNone/>
              <a:defRPr sz="3300"/>
            </a:lvl2pPr>
            <a:lvl3pPr marL="1088502" indent="0">
              <a:buNone/>
              <a:defRPr sz="2900"/>
            </a:lvl3pPr>
            <a:lvl4pPr marL="1632753" indent="0">
              <a:buNone/>
              <a:defRPr sz="2400"/>
            </a:lvl4pPr>
            <a:lvl5pPr marL="2177004" indent="0">
              <a:buNone/>
              <a:defRPr sz="2400"/>
            </a:lvl5pPr>
            <a:lvl6pPr marL="2721254" indent="0">
              <a:buNone/>
              <a:defRPr sz="2400"/>
            </a:lvl6pPr>
            <a:lvl7pPr marL="3265505" indent="0">
              <a:buNone/>
              <a:defRPr sz="2400"/>
            </a:lvl7pPr>
            <a:lvl8pPr marL="3809756" indent="0">
              <a:buNone/>
              <a:defRPr sz="2400"/>
            </a:lvl8pPr>
            <a:lvl9pPr marL="4354007" indent="0">
              <a:buNone/>
              <a:defRPr sz="2400"/>
            </a:lvl9pPr>
          </a:lstStyle>
          <a:p>
            <a:r>
              <a:rPr lang="en-US" dirty="0"/>
              <a:t>Click icon to add picture</a:t>
            </a:r>
            <a:endParaRPr lang="en-GB" dirty="0"/>
          </a:p>
        </p:txBody>
      </p:sp>
      <p:sp>
        <p:nvSpPr>
          <p:cNvPr id="5" name="Title 1"/>
          <p:cNvSpPr txBox="1">
            <a:spLocks/>
          </p:cNvSpPr>
          <p:nvPr userDrawn="1"/>
        </p:nvSpPr>
        <p:spPr bwMode="auto">
          <a:xfrm>
            <a:off x="82539" y="0"/>
            <a:ext cx="12057081" cy="4049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54425" rIns="108850" bIns="54425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sz="2100" dirty="0">
                <a:latin typeface="Open Sans Light" panose="020B0306030504020204" pitchFamily="34" charset="0"/>
              </a:rPr>
              <a:t>Click to edit Master title style</a:t>
            </a:r>
            <a:endParaRPr lang="en-GB" sz="2100" dirty="0">
              <a:latin typeface="Open Sans Light" panose="020B0306030504020204" pitchFamily="34" charset="0"/>
            </a:endParaRPr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2539" y="0"/>
            <a:ext cx="12038034" cy="40490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 | Subtitle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0448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7_Landscap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2539" y="0"/>
            <a:ext cx="12038034" cy="40490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 | Subtitle</a:t>
            </a:r>
            <a:endParaRPr lang="en-GB"/>
          </a:p>
        </p:txBody>
      </p:sp>
      <p:sp>
        <p:nvSpPr>
          <p:cNvPr id="8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70535" y="2046762"/>
            <a:ext cx="5983028" cy="3066172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icon to insert image</a:t>
            </a:r>
          </a:p>
        </p:txBody>
      </p:sp>
      <p:sp>
        <p:nvSpPr>
          <p:cNvPr id="36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6149551" y="2046762"/>
            <a:ext cx="5983028" cy="3066172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icon to insert image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E4EC229B-0358-58B7-ADC2-D9E0AEFFEC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5948" y="6604577"/>
            <a:ext cx="540000" cy="144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000" b="1"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87641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8_Portrait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2539" y="0"/>
            <a:ext cx="12038034" cy="40490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 | Subtitle</a:t>
            </a:r>
            <a:endParaRPr lang="en-GB"/>
          </a:p>
        </p:txBody>
      </p:sp>
      <p:sp>
        <p:nvSpPr>
          <p:cNvPr id="8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70536" y="476360"/>
            <a:ext cx="5986575" cy="6194272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icon to insert image</a:t>
            </a:r>
          </a:p>
        </p:txBody>
      </p:sp>
      <p:sp>
        <p:nvSpPr>
          <p:cNvPr id="36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6149551" y="476360"/>
            <a:ext cx="5983028" cy="6194272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icon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10520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9_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2539" y="0"/>
            <a:ext cx="12038034" cy="40490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 | Subtitle</a:t>
            </a:r>
            <a:endParaRPr lang="en-GB"/>
          </a:p>
        </p:txBody>
      </p:sp>
      <p:sp>
        <p:nvSpPr>
          <p:cNvPr id="23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82540" y="476360"/>
            <a:ext cx="5983028" cy="3066172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icon to insert image</a:t>
            </a:r>
          </a:p>
        </p:txBody>
      </p:sp>
      <p:sp>
        <p:nvSpPr>
          <p:cNvPr id="24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6161556" y="476360"/>
            <a:ext cx="5983028" cy="3066172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icon to insert image</a:t>
            </a:r>
          </a:p>
        </p:txBody>
      </p:sp>
      <p:sp>
        <p:nvSpPr>
          <p:cNvPr id="25" name="Picture Placeholder 3"/>
          <p:cNvSpPr>
            <a:spLocks noGrp="1"/>
          </p:cNvSpPr>
          <p:nvPr>
            <p:ph type="pic" sz="quarter" idx="14" hasCustomPrompt="1"/>
          </p:nvPr>
        </p:nvSpPr>
        <p:spPr>
          <a:xfrm>
            <a:off x="82540" y="3613987"/>
            <a:ext cx="5983028" cy="3066172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icon to insert image</a:t>
            </a:r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5" hasCustomPrompt="1"/>
          </p:nvPr>
        </p:nvSpPr>
        <p:spPr>
          <a:xfrm>
            <a:off x="6161556" y="3613987"/>
            <a:ext cx="5983028" cy="3066172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icon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1537536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Image strip mont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2539" y="0"/>
            <a:ext cx="12038034" cy="40490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 | Subtitle</a:t>
            </a:r>
            <a:endParaRPr lang="en-GB"/>
          </a:p>
        </p:txBody>
      </p:sp>
      <p:sp>
        <p:nvSpPr>
          <p:cNvPr id="23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82541" y="2046762"/>
            <a:ext cx="2931201" cy="1485426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24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6152350" y="2046762"/>
            <a:ext cx="5968223" cy="1485426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25" name="Picture Placeholder 3"/>
          <p:cNvSpPr>
            <a:spLocks noGrp="1"/>
          </p:cNvSpPr>
          <p:nvPr>
            <p:ph type="pic" sz="quarter" idx="14" hasCustomPrompt="1"/>
          </p:nvPr>
        </p:nvSpPr>
        <p:spPr>
          <a:xfrm>
            <a:off x="82541" y="3605213"/>
            <a:ext cx="2931201" cy="1507721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5" hasCustomPrompt="1"/>
          </p:nvPr>
        </p:nvSpPr>
        <p:spPr>
          <a:xfrm>
            <a:off x="3115328" y="2046762"/>
            <a:ext cx="2941784" cy="3066172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7" name="Picture Placeholder 3"/>
          <p:cNvSpPr>
            <a:spLocks noGrp="1"/>
          </p:cNvSpPr>
          <p:nvPr>
            <p:ph type="pic" sz="quarter" idx="16" hasCustomPrompt="1"/>
          </p:nvPr>
        </p:nvSpPr>
        <p:spPr>
          <a:xfrm>
            <a:off x="6152350" y="3605214"/>
            <a:ext cx="2931201" cy="1492250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8" name="Picture Placeholder 3"/>
          <p:cNvSpPr>
            <a:spLocks noGrp="1"/>
          </p:cNvSpPr>
          <p:nvPr>
            <p:ph type="pic" sz="quarter" idx="17" hasCustomPrompt="1"/>
          </p:nvPr>
        </p:nvSpPr>
        <p:spPr>
          <a:xfrm>
            <a:off x="9191488" y="3605213"/>
            <a:ext cx="2931201" cy="1492251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2959371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Image mont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2539" y="0"/>
            <a:ext cx="12038034" cy="40490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 | Subtitle</a:t>
            </a:r>
            <a:endParaRPr lang="en-GB"/>
          </a:p>
        </p:txBody>
      </p:sp>
      <p:sp>
        <p:nvSpPr>
          <p:cNvPr id="23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82540" y="476360"/>
            <a:ext cx="5963989" cy="3066172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25" name="Picture Placeholder 3"/>
          <p:cNvSpPr>
            <a:spLocks noGrp="1"/>
          </p:cNvSpPr>
          <p:nvPr>
            <p:ph type="pic" sz="quarter" idx="14" hasCustomPrompt="1"/>
          </p:nvPr>
        </p:nvSpPr>
        <p:spPr>
          <a:xfrm>
            <a:off x="82541" y="3613987"/>
            <a:ext cx="2931201" cy="1498947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0" name="Picture Placeholder 3"/>
          <p:cNvSpPr>
            <a:spLocks noGrp="1"/>
          </p:cNvSpPr>
          <p:nvPr>
            <p:ph type="pic" sz="quarter" idx="19" hasCustomPrompt="1"/>
          </p:nvPr>
        </p:nvSpPr>
        <p:spPr>
          <a:xfrm>
            <a:off x="82541" y="5171685"/>
            <a:ext cx="2931201" cy="1498947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2" name="Picture Placeholder 3"/>
          <p:cNvSpPr>
            <a:spLocks noGrp="1"/>
          </p:cNvSpPr>
          <p:nvPr>
            <p:ph type="pic" sz="quarter" idx="21" hasCustomPrompt="1"/>
          </p:nvPr>
        </p:nvSpPr>
        <p:spPr>
          <a:xfrm>
            <a:off x="3115328" y="3613987"/>
            <a:ext cx="5978806" cy="1498947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4" name="Picture Placeholder 3"/>
          <p:cNvSpPr>
            <a:spLocks noGrp="1"/>
          </p:cNvSpPr>
          <p:nvPr>
            <p:ph type="pic" sz="quarter" idx="23" hasCustomPrompt="1"/>
          </p:nvPr>
        </p:nvSpPr>
        <p:spPr>
          <a:xfrm>
            <a:off x="3115328" y="5171685"/>
            <a:ext cx="2931201" cy="1498947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5" name="Picture Placeholder 3"/>
          <p:cNvSpPr>
            <a:spLocks noGrp="1"/>
          </p:cNvSpPr>
          <p:nvPr>
            <p:ph type="pic" sz="quarter" idx="24" hasCustomPrompt="1"/>
          </p:nvPr>
        </p:nvSpPr>
        <p:spPr>
          <a:xfrm>
            <a:off x="6152350" y="2046762"/>
            <a:ext cx="2931201" cy="1495770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7" name="Picture Placeholder 3"/>
          <p:cNvSpPr>
            <a:spLocks noGrp="1"/>
          </p:cNvSpPr>
          <p:nvPr>
            <p:ph type="pic" sz="quarter" idx="26" hasCustomPrompt="1"/>
          </p:nvPr>
        </p:nvSpPr>
        <p:spPr>
          <a:xfrm>
            <a:off x="6152350" y="473186"/>
            <a:ext cx="2931201" cy="1495770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8" name="Picture Placeholder 3"/>
          <p:cNvSpPr>
            <a:spLocks noGrp="1"/>
          </p:cNvSpPr>
          <p:nvPr>
            <p:ph type="pic" sz="quarter" idx="27" hasCustomPrompt="1"/>
          </p:nvPr>
        </p:nvSpPr>
        <p:spPr>
          <a:xfrm>
            <a:off x="6152350" y="5171685"/>
            <a:ext cx="2931201" cy="1498947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9" name="Picture Placeholder 3"/>
          <p:cNvSpPr>
            <a:spLocks noGrp="1"/>
          </p:cNvSpPr>
          <p:nvPr>
            <p:ph type="pic" sz="quarter" idx="28" hasCustomPrompt="1"/>
          </p:nvPr>
        </p:nvSpPr>
        <p:spPr>
          <a:xfrm>
            <a:off x="9191488" y="2046762"/>
            <a:ext cx="2931201" cy="3066172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21" name="Picture Placeholder 3"/>
          <p:cNvSpPr>
            <a:spLocks noGrp="1"/>
          </p:cNvSpPr>
          <p:nvPr>
            <p:ph type="pic" sz="quarter" idx="30" hasCustomPrompt="1"/>
          </p:nvPr>
        </p:nvSpPr>
        <p:spPr>
          <a:xfrm>
            <a:off x="9191488" y="473186"/>
            <a:ext cx="2931201" cy="1495770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22" name="Picture Placeholder 3"/>
          <p:cNvSpPr>
            <a:spLocks noGrp="1"/>
          </p:cNvSpPr>
          <p:nvPr>
            <p:ph type="pic" sz="quarter" idx="31" hasCustomPrompt="1"/>
          </p:nvPr>
        </p:nvSpPr>
        <p:spPr>
          <a:xfrm>
            <a:off x="9191488" y="5171685"/>
            <a:ext cx="2931201" cy="1498947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1076139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Full scree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0413" cy="6859588"/>
          </a:xfrm>
        </p:spPr>
        <p:txBody>
          <a:bodyPr anchor="ctr" anchorCtr="0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en-GB" dirty="0"/>
              <a:t>Click icon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12090420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3_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Title | Subtitle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539" y="476360"/>
            <a:ext cx="12038034" cy="6194272"/>
          </a:xfrm>
        </p:spPr>
        <p:txBody>
          <a:bodyPr lIns="0"/>
          <a:lstStyle>
            <a:lvl1pPr marL="0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600">
                <a:solidFill>
                  <a:schemeClr val="bg2"/>
                </a:solidFill>
              </a:defRPr>
            </a:lvl1pPr>
            <a:lvl2pPr marL="428544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2pPr>
            <a:lvl3pPr marL="642816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3pPr>
            <a:lvl4pPr marL="857088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4pPr>
            <a:lvl5pPr marL="1071360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428459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2540" y="476361"/>
            <a:ext cx="5974572" cy="357270"/>
          </a:xfrm>
        </p:spPr>
        <p:txBody>
          <a:bodyPr anchor="t" anchorCtr="0"/>
          <a:lstStyle>
            <a:lvl1pPr marL="0" indent="0">
              <a:buNone/>
              <a:defRPr sz="1600" b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  <a:lvl2pPr marL="544251" indent="0">
              <a:buNone/>
              <a:defRPr sz="2400" b="1"/>
            </a:lvl2pPr>
            <a:lvl3pPr marL="1088502" indent="0">
              <a:buNone/>
              <a:defRPr sz="2100" b="1"/>
            </a:lvl3pPr>
            <a:lvl4pPr marL="1632753" indent="0">
              <a:buNone/>
              <a:defRPr sz="1900" b="1"/>
            </a:lvl4pPr>
            <a:lvl5pPr marL="2177004" indent="0">
              <a:buNone/>
              <a:defRPr sz="1900" b="1"/>
            </a:lvl5pPr>
            <a:lvl6pPr marL="2721254" indent="0">
              <a:buNone/>
              <a:defRPr sz="1900" b="1"/>
            </a:lvl6pPr>
            <a:lvl7pPr marL="3265505" indent="0">
              <a:buNone/>
              <a:defRPr sz="1900" b="1"/>
            </a:lvl7pPr>
            <a:lvl8pPr marL="3809756" indent="0">
              <a:buNone/>
              <a:defRPr sz="1900" b="1"/>
            </a:lvl8pPr>
            <a:lvl9pPr marL="4354007" indent="0">
              <a:buNone/>
              <a:defRPr sz="1900" b="1"/>
            </a:lvl9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0"/>
          </p:nvPr>
        </p:nvSpPr>
        <p:spPr>
          <a:xfrm>
            <a:off x="82540" y="1047992"/>
            <a:ext cx="5974572" cy="5622640"/>
          </a:xfrm>
        </p:spPr>
        <p:txBody>
          <a:bodyPr lIns="0"/>
          <a:lstStyle>
            <a:lvl1pPr marL="0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600">
                <a:solidFill>
                  <a:schemeClr val="bg2"/>
                </a:solidFill>
              </a:defRPr>
            </a:lvl1pPr>
            <a:lvl2pPr marL="428544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2pPr>
            <a:lvl3pPr marL="642816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3pPr>
            <a:lvl4pPr marL="857088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4pPr>
            <a:lvl5pPr marL="1071360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82539" y="0"/>
            <a:ext cx="12038033" cy="40490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 | Subtitle</a:t>
            </a:r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idx="11" hasCustomPrompt="1"/>
          </p:nvPr>
        </p:nvSpPr>
        <p:spPr>
          <a:xfrm>
            <a:off x="6152350" y="476361"/>
            <a:ext cx="5968222" cy="357270"/>
          </a:xfrm>
        </p:spPr>
        <p:txBody>
          <a:bodyPr anchor="t" anchorCtr="0"/>
          <a:lstStyle>
            <a:lvl1pPr marL="0" indent="0">
              <a:buNone/>
              <a:defRPr sz="1600" b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  <a:lvl2pPr marL="544251" indent="0">
              <a:buNone/>
              <a:defRPr sz="2400" b="1"/>
            </a:lvl2pPr>
            <a:lvl3pPr marL="1088502" indent="0">
              <a:buNone/>
              <a:defRPr sz="2100" b="1"/>
            </a:lvl3pPr>
            <a:lvl4pPr marL="1632753" indent="0">
              <a:buNone/>
              <a:defRPr sz="1900" b="1"/>
            </a:lvl4pPr>
            <a:lvl5pPr marL="2177004" indent="0">
              <a:buNone/>
              <a:defRPr sz="1900" b="1"/>
            </a:lvl5pPr>
            <a:lvl6pPr marL="2721254" indent="0">
              <a:buNone/>
              <a:defRPr sz="1900" b="1"/>
            </a:lvl6pPr>
            <a:lvl7pPr marL="3265505" indent="0">
              <a:buNone/>
              <a:defRPr sz="1900" b="1"/>
            </a:lvl7pPr>
            <a:lvl8pPr marL="3809756" indent="0">
              <a:buNone/>
              <a:defRPr sz="1900" b="1"/>
            </a:lvl8pPr>
            <a:lvl9pPr marL="4354007" indent="0">
              <a:buNone/>
              <a:defRPr sz="1900" b="1"/>
            </a:lvl9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2"/>
          </p:nvPr>
        </p:nvSpPr>
        <p:spPr>
          <a:xfrm>
            <a:off x="6152350" y="1047992"/>
            <a:ext cx="5968222" cy="5622640"/>
          </a:xfrm>
        </p:spPr>
        <p:txBody>
          <a:bodyPr lIns="0"/>
          <a:lstStyle>
            <a:lvl1pPr marL="0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600">
                <a:solidFill>
                  <a:schemeClr val="bg2"/>
                </a:solidFill>
              </a:defRPr>
            </a:lvl1pPr>
            <a:lvl2pPr marL="428544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2pPr>
            <a:lvl3pPr marL="642816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3pPr>
            <a:lvl4pPr marL="857088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4pPr>
            <a:lvl5pPr marL="1071360" indent="-214272">
              <a:spcBef>
                <a:spcPts val="0"/>
              </a:spcBef>
              <a:spcAft>
                <a:spcPts val="238"/>
              </a:spcAft>
              <a:buFont typeface="Arial" pitchFamily="34" charset="0"/>
              <a:buChar char="•"/>
              <a:defRPr sz="19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278633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F+P Colour Sc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1"/>
          <p:cNvSpPr>
            <a:spLocks noGrp="1"/>
          </p:cNvSpPr>
          <p:nvPr>
            <p:ph type="title" hasCustomPrompt="1"/>
          </p:nvPr>
        </p:nvSpPr>
        <p:spPr>
          <a:xfrm>
            <a:off x="82539" y="0"/>
            <a:ext cx="12038033" cy="404907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| Subtitle</a:t>
            </a:r>
          </a:p>
        </p:txBody>
      </p:sp>
    </p:spTree>
    <p:extLst>
      <p:ext uri="{BB962C8B-B14F-4D97-AF65-F5344CB8AC3E}">
        <p14:creationId xmlns:p14="http://schemas.microsoft.com/office/powerpoint/2010/main" val="5204231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5889" y="3429794"/>
            <a:ext cx="5156211" cy="404907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es-EC" noProof="0" dirty="0"/>
              <a:t>Agenda de la sesión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7E5B94-2B7B-4C4E-8A26-22A4A25610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49990" y="3429794"/>
            <a:ext cx="5518160" cy="2856706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38"/>
              </a:spcAft>
              <a:buClrTx/>
              <a:buSzTx/>
              <a:buFont typeface="+mj-lt"/>
              <a:buAutoNum type="arabicPeriod"/>
              <a:tabLst/>
              <a:defRPr b="1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buAutoNum type="arabicPeriod"/>
              <a:defRPr lang="es-EC" sz="1600" noProof="0" dirty="0" smtClean="0">
                <a:solidFill>
                  <a:schemeClr val="bg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lang="es-EC" sz="1600" noProof="0" dirty="0" smtClean="0">
                <a:solidFill>
                  <a:schemeClr val="bg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lang="es-EC" sz="1600" noProof="0" dirty="0">
                <a:solidFill>
                  <a:schemeClr val="bg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</a:lstStyle>
          <a:p>
            <a:pPr marL="128628" marR="0" lvl="0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38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s-EC" noProof="0" dirty="0" err="1"/>
              <a:t>Click</a:t>
            </a:r>
            <a:r>
              <a:rPr lang="es-EC" noProof="0" dirty="0"/>
              <a:t> </a:t>
            </a:r>
            <a:r>
              <a:rPr lang="es-EC" noProof="0" dirty="0" err="1"/>
              <a:t>to</a:t>
            </a:r>
            <a:r>
              <a:rPr lang="es-EC" noProof="0" dirty="0"/>
              <a:t> </a:t>
            </a:r>
            <a:r>
              <a:rPr lang="es-EC" noProof="0" dirty="0" err="1"/>
              <a:t>edit</a:t>
            </a:r>
            <a:r>
              <a:rPr lang="es-EC" noProof="0" dirty="0"/>
              <a:t> Master </a:t>
            </a:r>
            <a:r>
              <a:rPr lang="es-EC" noProof="0" dirty="0" err="1"/>
              <a:t>text</a:t>
            </a:r>
            <a:r>
              <a:rPr lang="es-EC" noProof="0" dirty="0"/>
              <a:t> </a:t>
            </a:r>
            <a:r>
              <a:rPr lang="es-EC" noProof="0" dirty="0" err="1"/>
              <a:t>styles</a:t>
            </a:r>
            <a:endParaRPr lang="es-EC" noProof="0" dirty="0"/>
          </a:p>
          <a:p>
            <a:pPr marL="1013036" marR="0" lvl="1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38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s-EC" noProof="0" dirty="0" err="1"/>
              <a:t>Second</a:t>
            </a:r>
            <a:r>
              <a:rPr lang="es-EC" noProof="0" dirty="0"/>
              <a:t> </a:t>
            </a:r>
            <a:r>
              <a:rPr lang="es-EC" noProof="0" dirty="0" err="1"/>
              <a:t>level</a:t>
            </a:r>
            <a:r>
              <a:rPr lang="es-EC" noProof="0" dirty="0"/>
              <a:t>	</a:t>
            </a:r>
          </a:p>
          <a:p>
            <a:pPr marL="1489255" marR="0" lvl="2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38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s-EC" noProof="0" dirty="0" err="1"/>
              <a:t>Third</a:t>
            </a:r>
            <a:r>
              <a:rPr lang="es-EC" noProof="0" dirty="0"/>
              <a:t> </a:t>
            </a:r>
            <a:r>
              <a:rPr lang="es-EC" noProof="0" dirty="0" err="1"/>
              <a:t>level</a:t>
            </a:r>
            <a:endParaRPr lang="es-EC" noProof="0" dirty="0"/>
          </a:p>
          <a:p>
            <a:pPr marL="2033506" marR="0" lvl="3" indent="-34290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38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s-EC" noProof="0" dirty="0" err="1"/>
              <a:t>Fourth</a:t>
            </a:r>
            <a:r>
              <a:rPr lang="es-EC" noProof="0" dirty="0"/>
              <a:t> </a:t>
            </a:r>
            <a:r>
              <a:rPr lang="es-EC" noProof="0" dirty="0" err="1"/>
              <a:t>level</a:t>
            </a:r>
            <a:endParaRPr lang="es-EC" noProof="0" dirty="0"/>
          </a:p>
        </p:txBody>
      </p:sp>
    </p:spTree>
    <p:extLst>
      <p:ext uri="{BB962C8B-B14F-4D97-AF65-F5344CB8AC3E}">
        <p14:creationId xmlns:p14="http://schemas.microsoft.com/office/powerpoint/2010/main" val="1753188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>
            <a:spLocks noGrp="1"/>
          </p:cNvSpPr>
          <p:nvPr>
            <p:ph type="sldNum" idx="12"/>
          </p:nvPr>
        </p:nvSpPr>
        <p:spPr>
          <a:xfrm>
            <a:off x="11295140" y="6219062"/>
            <a:ext cx="731505" cy="52492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fld id="{00000000-1234-1234-1234-123412341234}" type="slidenum">
              <a:rPr lang="en" smtClean="0"/>
              <a:pPr algn="r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19688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11359321" cy="52492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142707" y="536391"/>
            <a:ext cx="11359321" cy="45562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39" lvl="0" indent="-440223" rtl="0">
              <a:spcBef>
                <a:spcPts val="800"/>
              </a:spcBef>
              <a:spcAft>
                <a:spcPts val="0"/>
              </a:spcAft>
              <a:buSzPts val="1600"/>
              <a:buFont typeface="Roboto Light"/>
              <a:buChar char="●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078" lvl="1" indent="-440223" rtl="0">
              <a:spcBef>
                <a:spcPts val="800"/>
              </a:spcBef>
              <a:spcAft>
                <a:spcPts val="0"/>
              </a:spcAft>
              <a:buSzPts val="1600"/>
              <a:buFont typeface="Roboto Light"/>
              <a:buChar char="○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617" lvl="2" indent="-440223" rtl="0">
              <a:spcBef>
                <a:spcPts val="800"/>
              </a:spcBef>
              <a:spcAft>
                <a:spcPts val="0"/>
              </a:spcAft>
              <a:buSzPts val="1600"/>
              <a:buFont typeface="Roboto Light"/>
              <a:buChar char="■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156" lvl="3" indent="-440223" rtl="0">
              <a:spcBef>
                <a:spcPts val="800"/>
              </a:spcBef>
              <a:spcAft>
                <a:spcPts val="0"/>
              </a:spcAft>
              <a:buSzPts val="1600"/>
              <a:buFont typeface="Roboto Light"/>
              <a:buChar char="●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695" lvl="4" indent="-440223" rtl="0">
              <a:spcBef>
                <a:spcPts val="800"/>
              </a:spcBef>
              <a:spcAft>
                <a:spcPts val="0"/>
              </a:spcAft>
              <a:buSzPts val="1600"/>
              <a:buFont typeface="Roboto Light"/>
              <a:buChar char="○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234" lvl="5" indent="-440223" rtl="0">
              <a:spcBef>
                <a:spcPts val="800"/>
              </a:spcBef>
              <a:spcAft>
                <a:spcPts val="0"/>
              </a:spcAft>
              <a:buSzPts val="1600"/>
              <a:buFont typeface="Roboto Light"/>
              <a:buChar char="■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6773" lvl="6" indent="-440223" rtl="0">
              <a:spcBef>
                <a:spcPts val="800"/>
              </a:spcBef>
              <a:spcAft>
                <a:spcPts val="0"/>
              </a:spcAft>
              <a:buSzPts val="1600"/>
              <a:buFont typeface="Roboto Light"/>
              <a:buChar char="●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312" lvl="7" indent="-440223" rtl="0">
              <a:spcBef>
                <a:spcPts val="800"/>
              </a:spcBef>
              <a:spcAft>
                <a:spcPts val="0"/>
              </a:spcAft>
              <a:buSzPts val="1600"/>
              <a:buFont typeface="Roboto Light"/>
              <a:buChar char="○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5851" lvl="8" indent="-440223" rtl="0">
              <a:spcBef>
                <a:spcPts val="800"/>
              </a:spcBef>
              <a:spcAft>
                <a:spcPts val="0"/>
              </a:spcAft>
              <a:buSzPts val="1600"/>
              <a:buFont typeface="Roboto Light"/>
              <a:buChar char="■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11295140" y="6219062"/>
            <a:ext cx="731505" cy="52492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fld id="{00000000-1234-1234-1234-123412341234}" type="slidenum">
              <a:rPr lang="en" smtClean="0"/>
              <a:pPr algn="r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en"/>
          </a:p>
        </p:txBody>
      </p:sp>
      <p:cxnSp>
        <p:nvCxnSpPr>
          <p:cNvPr id="24" name="Google Shape;24;p4"/>
          <p:cNvCxnSpPr/>
          <p:nvPr/>
        </p:nvCxnSpPr>
        <p:spPr>
          <a:xfrm>
            <a:off x="127225" y="536404"/>
            <a:ext cx="11165746" cy="11203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95215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2539" y="0"/>
            <a:ext cx="12038034" cy="4049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54425" rIns="108850" bIns="5442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C" noProof="0" dirty="0" err="1"/>
              <a:t>Title</a:t>
            </a:r>
            <a:r>
              <a:rPr lang="es-EC" noProof="0" dirty="0"/>
              <a:t> | </a:t>
            </a:r>
            <a:r>
              <a:rPr lang="es-EC" noProof="0" dirty="0" err="1"/>
              <a:t>Subtitle</a:t>
            </a:r>
            <a:endParaRPr lang="es-EC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2539" y="476360"/>
            <a:ext cx="12038034" cy="60538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54425" rIns="108850" bIns="5442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C" noProof="0" dirty="0" err="1"/>
              <a:t>Click</a:t>
            </a:r>
            <a:r>
              <a:rPr lang="es-EC" noProof="0" dirty="0"/>
              <a:t> </a:t>
            </a:r>
            <a:r>
              <a:rPr lang="es-EC" noProof="0" dirty="0" err="1"/>
              <a:t>to</a:t>
            </a:r>
            <a:r>
              <a:rPr lang="es-EC" noProof="0" dirty="0"/>
              <a:t> </a:t>
            </a:r>
            <a:r>
              <a:rPr lang="es-EC" noProof="0" dirty="0" err="1"/>
              <a:t>edit</a:t>
            </a:r>
            <a:r>
              <a:rPr lang="es-EC" noProof="0" dirty="0"/>
              <a:t> </a:t>
            </a:r>
            <a:r>
              <a:rPr lang="es-EC" noProof="0" dirty="0" err="1"/>
              <a:t>text</a:t>
            </a:r>
            <a:endParaRPr lang="es-EC" noProof="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CC49A89-37FA-704C-598C-F09875F82610}"/>
              </a:ext>
            </a:extLst>
          </p:cNvPr>
          <p:cNvCxnSpPr/>
          <p:nvPr userDrawn="1"/>
        </p:nvCxnSpPr>
        <p:spPr>
          <a:xfrm>
            <a:off x="443876" y="6597377"/>
            <a:ext cx="1137207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EBBEFC0C-0A64-4574-3A02-E68999BDD198}"/>
              </a:ext>
            </a:extLst>
          </p:cNvPr>
          <p:cNvSpPr/>
          <p:nvPr userDrawn="1"/>
        </p:nvSpPr>
        <p:spPr>
          <a:xfrm>
            <a:off x="1271508" y="6613367"/>
            <a:ext cx="655272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C" sz="1000" noProof="0" dirty="0">
                <a:solidFill>
                  <a:schemeClr val="bg1">
                    <a:lumMod val="50000"/>
                    <a:lumOff val="50000"/>
                  </a:schemeClr>
                </a:solidFill>
              </a:rPr>
              <a:t>Dr. Mateo Neira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D3CF89-7D20-07CB-6445-AA3534F10B7C}"/>
              </a:ext>
            </a:extLst>
          </p:cNvPr>
          <p:cNvSpPr/>
          <p:nvPr userDrawn="1"/>
        </p:nvSpPr>
        <p:spPr>
          <a:xfrm>
            <a:off x="407412" y="6613367"/>
            <a:ext cx="81945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C" sz="1000" noProof="0" dirty="0">
                <a:solidFill>
                  <a:schemeClr val="bg1">
                    <a:lumMod val="50000"/>
                    <a:lumOff val="50000"/>
                  </a:schemeClr>
                </a:solidFill>
              </a:rPr>
              <a:t>14/01/2026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33D1EA-A97D-3475-DEFB-E4DF4FD719F2}"/>
              </a:ext>
            </a:extLst>
          </p:cNvPr>
          <p:cNvSpPr/>
          <p:nvPr userDrawn="1"/>
        </p:nvSpPr>
        <p:spPr>
          <a:xfrm>
            <a:off x="9771029" y="6597377"/>
            <a:ext cx="202766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C" sz="1000" noProof="0" dirty="0">
                <a:solidFill>
                  <a:schemeClr val="bg1">
                    <a:lumMod val="50000"/>
                    <a:lumOff val="50000"/>
                  </a:schemeClr>
                </a:solidFill>
              </a:rPr>
              <a:t>Universidad de Cuenca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8" r:id="rId3"/>
    <p:sldLayoutId id="2147483667" r:id="rId4"/>
    <p:sldLayoutId id="2147483661" r:id="rId5"/>
    <p:sldLayoutId id="2147483657" r:id="rId6"/>
    <p:sldLayoutId id="2147483659" r:id="rId7"/>
    <p:sldLayoutId id="2147483660" r:id="rId8"/>
    <p:sldLayoutId id="2147483662" r:id="rId9"/>
    <p:sldLayoutId id="2147483663" r:id="rId10"/>
    <p:sldLayoutId id="2147483664" r:id="rId11"/>
    <p:sldLayoutId id="2147483665" r:id="rId12"/>
    <p:sldLayoutId id="2147483650" r:id="rId13"/>
    <p:sldLayoutId id="2147483653" r:id="rId14"/>
    <p:sldLayoutId id="2147483666" r:id="rId15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b="0">
          <a:solidFill>
            <a:schemeClr val="bg2"/>
          </a:solidFill>
          <a:latin typeface="Open Sans Semibold" panose="020B0706030804020204" pitchFamily="34" charset="0"/>
          <a:ea typeface="Open Sans Semibold" panose="020B0706030804020204" pitchFamily="34" charset="0"/>
          <a:cs typeface="Open Sans Semibold" panose="020B0706030804020204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5pPr>
      <a:lvl6pPr marL="544251"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6pPr>
      <a:lvl7pPr marL="1088502"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7pPr>
      <a:lvl8pPr marL="1632753"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8pPr>
      <a:lvl9pPr marL="2177004"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9pPr>
    </p:titleStyle>
    <p:bodyStyle>
      <a:lvl1pPr marL="0" indent="-214272" algn="l" rtl="0" eaLnBrk="1" fontAlgn="base" hangingPunct="1">
        <a:spcBef>
          <a:spcPts val="0"/>
        </a:spcBef>
        <a:spcAft>
          <a:spcPts val="238"/>
        </a:spcAft>
        <a:buChar char="•"/>
        <a:defRPr sz="1600">
          <a:solidFill>
            <a:schemeClr val="bg2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884408" indent="-340157" algn="l" rtl="0" eaLnBrk="1" fontAlgn="base" hangingPunct="1">
        <a:spcBef>
          <a:spcPct val="20000"/>
        </a:spcBef>
        <a:spcAft>
          <a:spcPct val="0"/>
        </a:spcAft>
        <a:buChar char="–"/>
        <a:defRPr sz="3300">
          <a:solidFill>
            <a:schemeClr val="tx1"/>
          </a:solidFill>
          <a:latin typeface="+mn-lt"/>
        </a:defRPr>
      </a:lvl2pPr>
      <a:lvl3pPr marL="1360627" indent="-272125" algn="l" rtl="0" eaLnBrk="1" fontAlgn="base" hangingPunct="1">
        <a:spcBef>
          <a:spcPct val="20000"/>
        </a:spcBef>
        <a:spcAft>
          <a:spcPct val="0"/>
        </a:spcAft>
        <a:buChar char="•"/>
        <a:defRPr sz="2900">
          <a:solidFill>
            <a:schemeClr val="tx1"/>
          </a:solidFill>
          <a:latin typeface="+mn-lt"/>
        </a:defRPr>
      </a:lvl3pPr>
      <a:lvl4pPr marL="1904878" indent="-272125" algn="l" rtl="0" eaLnBrk="1" fontAlgn="base" hangingPunct="1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4pPr>
      <a:lvl5pPr marL="2449129" indent="-272125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5pPr>
      <a:lvl6pPr marL="2993380" indent="-272125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6pPr>
      <a:lvl7pPr marL="3537631" indent="-272125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7pPr>
      <a:lvl8pPr marL="4081882" indent="-272125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8pPr>
      <a:lvl9pPr marL="4626132" indent="-272125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44251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8502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32753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77004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721254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65505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809756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54007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85B1BB-A2A7-280B-2084-F5BC6AE7F442}"/>
              </a:ext>
            </a:extLst>
          </p:cNvPr>
          <p:cNvSpPr/>
          <p:nvPr userDrawn="1"/>
        </p:nvSpPr>
        <p:spPr>
          <a:xfrm>
            <a:off x="0" y="0"/>
            <a:ext cx="6095206" cy="6859588"/>
          </a:xfrm>
          <a:prstGeom prst="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C" noProof="0" dirty="0">
              <a:solidFill>
                <a:schemeClr val="tx2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CC49A89-37FA-704C-598C-F09875F82610}"/>
              </a:ext>
            </a:extLst>
          </p:cNvPr>
          <p:cNvCxnSpPr/>
          <p:nvPr userDrawn="1"/>
        </p:nvCxnSpPr>
        <p:spPr>
          <a:xfrm>
            <a:off x="443876" y="6597377"/>
            <a:ext cx="1137207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EBBEFC0C-0A64-4574-3A02-E68999BDD198}"/>
              </a:ext>
            </a:extLst>
          </p:cNvPr>
          <p:cNvSpPr/>
          <p:nvPr userDrawn="1"/>
        </p:nvSpPr>
        <p:spPr>
          <a:xfrm>
            <a:off x="1271508" y="6613367"/>
            <a:ext cx="655272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C" sz="1000" noProof="0" dirty="0">
                <a:solidFill>
                  <a:schemeClr val="tx2"/>
                </a:solidFill>
              </a:rPr>
              <a:t>Dr. Mateo Neira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D3CF89-7D20-07CB-6445-AA3534F10B7C}"/>
              </a:ext>
            </a:extLst>
          </p:cNvPr>
          <p:cNvSpPr/>
          <p:nvPr userDrawn="1"/>
        </p:nvSpPr>
        <p:spPr>
          <a:xfrm>
            <a:off x="407412" y="6613367"/>
            <a:ext cx="81945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C" sz="1000" noProof="0" dirty="0">
                <a:solidFill>
                  <a:schemeClr val="tx2"/>
                </a:solidFill>
              </a:rPr>
              <a:t>14/01/2026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33D1EA-A97D-3475-DEFB-E4DF4FD719F2}"/>
              </a:ext>
            </a:extLst>
          </p:cNvPr>
          <p:cNvSpPr/>
          <p:nvPr userDrawn="1"/>
        </p:nvSpPr>
        <p:spPr>
          <a:xfrm>
            <a:off x="9771029" y="6597377"/>
            <a:ext cx="202766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C" sz="1000" noProof="0" dirty="0">
                <a:solidFill>
                  <a:schemeClr val="bg1">
                    <a:lumMod val="50000"/>
                    <a:lumOff val="50000"/>
                  </a:schemeClr>
                </a:solidFill>
              </a:rPr>
              <a:t>Universidad de Cuenca</a:t>
            </a:r>
          </a:p>
        </p:txBody>
      </p:sp>
    </p:spTree>
    <p:extLst>
      <p:ext uri="{BB962C8B-B14F-4D97-AF65-F5344CB8AC3E}">
        <p14:creationId xmlns:p14="http://schemas.microsoft.com/office/powerpoint/2010/main" val="3002693524"/>
      </p:ext>
    </p:extLst>
  </p:cSld>
  <p:clrMap bg1="dk2" tx1="lt1" bg2="dk1" tx2="lt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b="0">
          <a:solidFill>
            <a:schemeClr val="bg2"/>
          </a:solidFill>
          <a:latin typeface="Open Sans Semibold" panose="020B0706030804020204" pitchFamily="34" charset="0"/>
          <a:ea typeface="Open Sans Semibold" panose="020B0706030804020204" pitchFamily="34" charset="0"/>
          <a:cs typeface="Open Sans Semibold" panose="020B0706030804020204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5pPr>
      <a:lvl6pPr marL="544251"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6pPr>
      <a:lvl7pPr marL="1088502"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7pPr>
      <a:lvl8pPr marL="1632753"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8pPr>
      <a:lvl9pPr marL="2177004" algn="l" rtl="0" eaLnBrk="1" fontAlgn="base" hangingPunct="1">
        <a:spcBef>
          <a:spcPct val="0"/>
        </a:spcBef>
        <a:spcAft>
          <a:spcPct val="0"/>
        </a:spcAft>
        <a:defRPr b="1">
          <a:solidFill>
            <a:schemeClr val="tx2"/>
          </a:solidFill>
          <a:latin typeface="Arial" charset="0"/>
        </a:defRPr>
      </a:lvl9pPr>
    </p:titleStyle>
    <p:bodyStyle>
      <a:lvl1pPr marL="0" indent="-214272" algn="l" rtl="0" eaLnBrk="1" fontAlgn="base" hangingPunct="1">
        <a:spcBef>
          <a:spcPts val="0"/>
        </a:spcBef>
        <a:spcAft>
          <a:spcPts val="238"/>
        </a:spcAft>
        <a:buChar char="•"/>
        <a:defRPr sz="1600">
          <a:solidFill>
            <a:schemeClr val="bg2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884408" indent="-340157" algn="l" rtl="0" eaLnBrk="1" fontAlgn="base" hangingPunct="1">
        <a:spcBef>
          <a:spcPct val="20000"/>
        </a:spcBef>
        <a:spcAft>
          <a:spcPct val="0"/>
        </a:spcAft>
        <a:buChar char="–"/>
        <a:defRPr sz="3300">
          <a:solidFill>
            <a:schemeClr val="tx1"/>
          </a:solidFill>
          <a:latin typeface="+mn-lt"/>
        </a:defRPr>
      </a:lvl2pPr>
      <a:lvl3pPr marL="1360627" indent="-272125" algn="l" rtl="0" eaLnBrk="1" fontAlgn="base" hangingPunct="1">
        <a:spcBef>
          <a:spcPct val="20000"/>
        </a:spcBef>
        <a:spcAft>
          <a:spcPct val="0"/>
        </a:spcAft>
        <a:buChar char="•"/>
        <a:defRPr sz="2900">
          <a:solidFill>
            <a:schemeClr val="tx1"/>
          </a:solidFill>
          <a:latin typeface="+mn-lt"/>
        </a:defRPr>
      </a:lvl3pPr>
      <a:lvl4pPr marL="1904878" indent="-272125" algn="l" rtl="0" eaLnBrk="1" fontAlgn="base" hangingPunct="1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4pPr>
      <a:lvl5pPr marL="2449129" indent="-272125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5pPr>
      <a:lvl6pPr marL="2993380" indent="-272125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6pPr>
      <a:lvl7pPr marL="3537631" indent="-272125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7pPr>
      <a:lvl8pPr marL="4081882" indent="-272125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8pPr>
      <a:lvl9pPr marL="4626132" indent="-272125" algn="l" rtl="0" eaLnBrk="1" fontAlgn="base" hangingPunct="1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44251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8502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32753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77004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721254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65505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809756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54007" algn="l" defTabSz="1088502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mateo.neira.16@ucl.ac.uk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63961-AAF5-7AFF-46AC-6D3314D57B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C" noProof="0" dirty="0"/>
              <a:t>Manejo y Análisis de Datos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67661AE-4965-9EB9-DE2C-912812C2E9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2154" y="3800402"/>
            <a:ext cx="5978804" cy="936698"/>
          </a:xfrm>
        </p:spPr>
        <p:txBody>
          <a:bodyPr/>
          <a:lstStyle/>
          <a:p>
            <a:r>
              <a:rPr lang="es-EC" noProof="0" dirty="0"/>
              <a:t>Evaluación</a:t>
            </a:r>
          </a:p>
          <a:p>
            <a:r>
              <a:rPr lang="es-EC" noProof="0" dirty="0"/>
              <a:t>Dr. Mateo Neira</a:t>
            </a:r>
          </a:p>
          <a:p>
            <a:endParaRPr lang="es-EC" noProof="0" dirty="0"/>
          </a:p>
          <a:p>
            <a:r>
              <a:rPr lang="es-EC" noProof="0" dirty="0"/>
              <a:t>Maestría en Ciudades Sostenibles, Universidad de Cuenca</a:t>
            </a:r>
          </a:p>
        </p:txBody>
      </p:sp>
    </p:spTree>
    <p:extLst>
      <p:ext uri="{BB962C8B-B14F-4D97-AF65-F5344CB8AC3E}">
        <p14:creationId xmlns:p14="http://schemas.microsoft.com/office/powerpoint/2010/main" val="2808663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B1A82-3A22-CA1C-6FEF-F02DE0EC9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C" noProof="0" dirty="0"/>
              <a:t>Evaluación del módulo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CC0740-2A8F-463C-08D7-749AC23EB937}"/>
              </a:ext>
            </a:extLst>
          </p:cNvPr>
          <p:cNvSpPr txBox="1">
            <a:spLocks/>
          </p:cNvSpPr>
          <p:nvPr/>
        </p:nvSpPr>
        <p:spPr>
          <a:xfrm>
            <a:off x="278960" y="1364183"/>
            <a:ext cx="11542926" cy="4131221"/>
          </a:xfrm>
          <a:prstGeom prst="rect">
            <a:avLst/>
          </a:prstGeom>
        </p:spPr>
        <p:txBody>
          <a:bodyPr/>
          <a:lstStyle>
            <a:lvl1pPr marL="0" indent="-214272" algn="l" rtl="0" eaLnBrk="1" fontAlgn="base" hangingPunct="1">
              <a:spcBef>
                <a:spcPts val="0"/>
              </a:spcBef>
              <a:spcAft>
                <a:spcPts val="238"/>
              </a:spcAft>
              <a:buChar char="•"/>
              <a:defRPr sz="1600">
                <a:solidFill>
                  <a:schemeClr val="bg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884408" indent="-340157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3300">
                <a:solidFill>
                  <a:schemeClr val="tx1"/>
                </a:solidFill>
                <a:latin typeface="+mn-lt"/>
              </a:defRPr>
            </a:lvl2pPr>
            <a:lvl3pPr marL="1360627" indent="-272125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900">
                <a:solidFill>
                  <a:schemeClr val="tx1"/>
                </a:solidFill>
                <a:latin typeface="+mn-lt"/>
              </a:defRPr>
            </a:lvl3pPr>
            <a:lvl4pPr marL="1904878" indent="-272125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4pPr>
            <a:lvl5pPr marL="2449129" indent="-272125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+mn-lt"/>
              </a:defRPr>
            </a:lvl5pPr>
            <a:lvl6pPr marL="2993380" indent="-272125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+mn-lt"/>
              </a:defRPr>
            </a:lvl6pPr>
            <a:lvl7pPr marL="3537631" indent="-272125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+mn-lt"/>
              </a:defRPr>
            </a:lvl7pPr>
            <a:lvl8pPr marL="4081882" indent="-272125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+mn-lt"/>
              </a:defRPr>
            </a:lvl8pPr>
            <a:lvl9pPr marL="4626132" indent="-272125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400">
                <a:solidFill>
                  <a:schemeClr val="tx1"/>
                </a:solidFill>
                <a:latin typeface="+mn-lt"/>
              </a:defRPr>
            </a:lvl9pPr>
          </a:lstStyle>
          <a:p>
            <a:pPr indent="0">
              <a:buNone/>
            </a:pPr>
            <a:r>
              <a:rPr lang="es-EC" sz="2400" b="1" kern="0" noProof="0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5 Ejercicios prácticos 50%: 6 de Febrero 2026</a:t>
            </a:r>
          </a:p>
          <a:p>
            <a:pPr indent="0">
              <a:buNone/>
            </a:pPr>
            <a:endParaRPr lang="es-EC" sz="2400" b="1" kern="0" noProof="0" dirty="0">
              <a:solidFill>
                <a:schemeClr val="accent6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indent="0">
              <a:buNone/>
            </a:pPr>
            <a:r>
              <a:rPr lang="es-EC" sz="2400" b="1" kern="0" noProof="0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Un ensayo cuantitativo individual 50%: 13 de Febrero 2026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C" sz="2400" b="1" kern="0" noProof="0" dirty="0">
              <a:solidFill>
                <a:schemeClr val="accent6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C" sz="2400" kern="0" noProof="0" dirty="0"/>
              <a:t>Planteamiento claro del problema y motivación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C" sz="2400" kern="0" noProof="0" dirty="0"/>
              <a:t>Uso justificado de datos y métodos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C" sz="2400" kern="0" noProof="0" dirty="0"/>
              <a:t>Interpretación crítica de resultados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C" sz="2400" kern="0" noProof="0" dirty="0"/>
              <a:t>Conclusiones coherentes con la evidencia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C" sz="2400" kern="0" noProof="0" dirty="0"/>
          </a:p>
          <a:p>
            <a:pPr indent="0" algn="ctr">
              <a:buNone/>
            </a:pPr>
            <a:r>
              <a:rPr lang="es-EC" sz="2800" kern="0" noProof="0" dirty="0"/>
              <a:t>Enviar a </a:t>
            </a:r>
            <a:r>
              <a:rPr lang="es-EC" sz="2800" b="1" kern="0" noProof="0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  <a:hlinkClick r:id="rId2"/>
              </a:rPr>
              <a:t>mateo.neira.16@ucl.ac.uk</a:t>
            </a:r>
            <a:r>
              <a:rPr lang="es-EC" sz="2800" b="1" kern="0" noProof="0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 </a:t>
            </a:r>
            <a:r>
              <a:rPr lang="es-EC" sz="2800" kern="0" noProof="0" dirty="0"/>
              <a:t>antes de la fecha limite</a:t>
            </a:r>
            <a:endParaRPr lang="es-EC" sz="2800" b="1" kern="0" noProof="0" dirty="0">
              <a:solidFill>
                <a:schemeClr val="accent6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6641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A4913-8A40-DCC8-948A-4FFA587B1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C" noProof="0" dirty="0"/>
              <a:t>Ensayo cuantitativo | sugerencias 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97193A86-875F-954D-8EB7-0A03C543FE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224" y="871902"/>
            <a:ext cx="10832841" cy="53397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:p14="http://schemas.microsoft.com/office/powerpoint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:p14="http://schemas.microsoft.com/office/powerpoint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:p14="http://schemas.microsoft.com/office/powerpoint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21" tIns="62655" rIns="90021" bIns="4501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S Gothic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S Gothic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S Gothic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S Gothic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S Gothic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S Gothic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S Gothic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S Gothic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S Gothic" charset="0"/>
              </a:defRPr>
            </a:lvl9pPr>
          </a:lstStyle>
          <a:p>
            <a:pPr marL="342900" indent="-342900" defTabSz="457291" fontAlgn="auto">
              <a:spcBef>
                <a:spcPts val="638"/>
              </a:spcBef>
              <a:spcAft>
                <a:spcPts val="1425"/>
              </a:spcAft>
              <a:buFont typeface="Arial" panose="020B0604020202020204" pitchFamily="34" charset="0"/>
              <a:buChar char="•"/>
              <a:tabLst>
                <a:tab pos="724045" algn="l"/>
                <a:tab pos="1448090" algn="l"/>
                <a:tab pos="2172134" algn="l"/>
                <a:tab pos="2896179" algn="l"/>
                <a:tab pos="3620224" algn="l"/>
                <a:tab pos="4344269" algn="l"/>
                <a:tab pos="5068313" algn="l"/>
                <a:tab pos="5792358" algn="l"/>
                <a:tab pos="6516403" algn="l"/>
                <a:tab pos="7240448" algn="l"/>
              </a:tabLst>
            </a:pP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Usa un </a:t>
            </a:r>
            <a:r>
              <a:rPr lang="es-EC" sz="2200" b="1" noProof="0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lenguaje impersonal </a:t>
            </a: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(Evita "pensé", "Decidí")</a:t>
            </a:r>
          </a:p>
          <a:p>
            <a:pPr marL="342900" indent="-342900" defTabSz="457291" fontAlgn="auto">
              <a:spcBef>
                <a:spcPts val="638"/>
              </a:spcBef>
              <a:spcAft>
                <a:spcPts val="1425"/>
              </a:spcAft>
              <a:buFont typeface="Arial" panose="020B0604020202020204" pitchFamily="34" charset="0"/>
              <a:buChar char="•"/>
              <a:tabLst>
                <a:tab pos="724045" algn="l"/>
                <a:tab pos="1448090" algn="l"/>
                <a:tab pos="2172134" algn="l"/>
                <a:tab pos="2896179" algn="l"/>
                <a:tab pos="3620224" algn="l"/>
                <a:tab pos="4344269" algn="l"/>
                <a:tab pos="5068313" algn="l"/>
                <a:tab pos="5792358" algn="l"/>
                <a:tab pos="6516403" algn="l"/>
                <a:tab pos="7240448" algn="l"/>
              </a:tabLst>
            </a:pPr>
            <a:r>
              <a:rPr lang="es-EC" sz="2200" b="1" noProof="0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Evita un lenguaje impreciso</a:t>
            </a: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 Usa la terminología correcta. No hagas afirmaciones que no estén respaldadas por los datos.</a:t>
            </a:r>
          </a:p>
          <a:p>
            <a:pPr marL="342900" indent="-342900" defTabSz="457291" fontAlgn="auto">
              <a:spcBef>
                <a:spcPts val="638"/>
              </a:spcBef>
              <a:spcAft>
                <a:spcPts val="1425"/>
              </a:spcAft>
              <a:buFont typeface="Arial" panose="020B0604020202020204" pitchFamily="34" charset="0"/>
              <a:buChar char="•"/>
              <a:tabLst>
                <a:tab pos="724045" algn="l"/>
                <a:tab pos="1448090" algn="l"/>
                <a:tab pos="2172134" algn="l"/>
                <a:tab pos="2896179" algn="l"/>
                <a:tab pos="3620224" algn="l"/>
                <a:tab pos="4344269" algn="l"/>
                <a:tab pos="5068313" algn="l"/>
                <a:tab pos="5792358" algn="l"/>
                <a:tab pos="6516403" algn="l"/>
                <a:tab pos="7240448" algn="l"/>
              </a:tabLst>
            </a:pP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Haz una </a:t>
            </a:r>
            <a:r>
              <a:rPr lang="es-EC" sz="2200" b="1" noProof="0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pregunta de investigación explícita</a:t>
            </a:r>
            <a:r>
              <a:rPr lang="es-EC" sz="2200" b="1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marL="342900" indent="-342900" defTabSz="457291" fontAlgn="auto">
              <a:spcBef>
                <a:spcPts val="638"/>
              </a:spcBef>
              <a:spcAft>
                <a:spcPts val="1425"/>
              </a:spcAft>
              <a:buFont typeface="Arial" panose="020B0604020202020204" pitchFamily="34" charset="0"/>
              <a:buChar char="•"/>
              <a:tabLst>
                <a:tab pos="724045" algn="l"/>
                <a:tab pos="1448090" algn="l"/>
                <a:tab pos="2172134" algn="l"/>
                <a:tab pos="2896179" algn="l"/>
                <a:tab pos="3620224" algn="l"/>
                <a:tab pos="4344269" algn="l"/>
                <a:tab pos="5068313" algn="l"/>
                <a:tab pos="5792358" algn="l"/>
                <a:tab pos="6516403" algn="l"/>
                <a:tab pos="7240448" algn="l"/>
              </a:tabLst>
            </a:pP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Al </a:t>
            </a:r>
            <a:r>
              <a:rPr lang="es-EC" sz="2200" b="1" noProof="0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interpretar una regresión</a:t>
            </a: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valor p, ecuación, R</a:t>
            </a:r>
            <a:r>
              <a:rPr lang="es-EC" sz="2200" baseline="300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2</a:t>
            </a:r>
            <a:endParaRPr lang="es-EC" sz="2200" noProof="0" dirty="0">
              <a:solidFill>
                <a:schemeClr val="bg2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342900" indent="-342900" defTabSz="457291" fontAlgn="auto">
              <a:spcBef>
                <a:spcPts val="638"/>
              </a:spcBef>
              <a:spcAft>
                <a:spcPts val="1425"/>
              </a:spcAft>
              <a:buFont typeface="Arial" panose="020B0604020202020204" pitchFamily="34" charset="0"/>
              <a:buChar char="•"/>
              <a:tabLst>
                <a:tab pos="724045" algn="l"/>
                <a:tab pos="1448090" algn="l"/>
                <a:tab pos="2172134" algn="l"/>
                <a:tab pos="2896179" algn="l"/>
                <a:tab pos="3620224" algn="l"/>
                <a:tab pos="4344269" algn="l"/>
                <a:tab pos="5068313" algn="l"/>
                <a:tab pos="5792358" algn="l"/>
                <a:tab pos="6516403" algn="l"/>
                <a:tab pos="7240448" algn="l"/>
              </a:tabLst>
            </a:pP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Metodología: </a:t>
            </a:r>
            <a:b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Se debe explicar el enfoque de </a:t>
            </a:r>
            <a:r>
              <a:rPr lang="es-EC" sz="2200" b="1" noProof="0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forma que pueda reproducirse</a:t>
            </a: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marL="342900" indent="-342900" defTabSz="457291" fontAlgn="auto">
              <a:spcBef>
                <a:spcPts val="638"/>
              </a:spcBef>
              <a:spcAft>
                <a:spcPts val="1425"/>
              </a:spcAft>
              <a:buFont typeface="Arial" panose="020B0604020202020204" pitchFamily="34" charset="0"/>
              <a:buChar char="•"/>
              <a:tabLst>
                <a:tab pos="724045" algn="l"/>
                <a:tab pos="1448090" algn="l"/>
                <a:tab pos="2172134" algn="l"/>
                <a:tab pos="2896179" algn="l"/>
                <a:tab pos="3620224" algn="l"/>
                <a:tab pos="4344269" algn="l"/>
                <a:tab pos="5068313" algn="l"/>
                <a:tab pos="5792358" algn="l"/>
                <a:tab pos="6516403" algn="l"/>
                <a:tab pos="7240448" algn="l"/>
              </a:tabLst>
            </a:pPr>
            <a:r>
              <a:rPr lang="es-EC" sz="2200" b="1" noProof="0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Sé directo</a:t>
            </a: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: Ve rápido al análisis cuantitativo.</a:t>
            </a:r>
          </a:p>
          <a:p>
            <a:pPr marL="342900" indent="-342900" defTabSz="457291" fontAlgn="auto">
              <a:spcBef>
                <a:spcPts val="638"/>
              </a:spcBef>
              <a:spcAft>
                <a:spcPts val="1425"/>
              </a:spcAft>
              <a:buFont typeface="Arial" panose="020B0604020202020204" pitchFamily="34" charset="0"/>
              <a:buChar char="•"/>
              <a:tabLst>
                <a:tab pos="724045" algn="l"/>
                <a:tab pos="1448090" algn="l"/>
                <a:tab pos="2172134" algn="l"/>
                <a:tab pos="2896179" algn="l"/>
                <a:tab pos="3620224" algn="l"/>
                <a:tab pos="4344269" algn="l"/>
                <a:tab pos="5068313" algn="l"/>
                <a:tab pos="5792358" algn="l"/>
                <a:tab pos="6516403" algn="l"/>
                <a:tab pos="7240448" algn="l"/>
              </a:tabLst>
            </a:pP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Evitar </a:t>
            </a:r>
            <a:r>
              <a:rPr lang="es-EC" sz="2200" b="1" noProof="0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la trampa de correlación vs. causalidad</a:t>
            </a: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;</a:t>
            </a:r>
            <a:b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s-EC" sz="2200" noProof="0" dirty="0">
                <a:solidFill>
                  <a:schemeClr val="bg2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La regresión demuestra una relación, no una relación de causa y efecto</a:t>
            </a:r>
          </a:p>
          <a:p>
            <a:pPr marL="342900" indent="-342900" defTabSz="457291" fontAlgn="auto">
              <a:spcBef>
                <a:spcPts val="638"/>
              </a:spcBef>
              <a:spcAft>
                <a:spcPts val="1425"/>
              </a:spcAft>
              <a:buFont typeface="Arial" panose="020B0604020202020204" pitchFamily="34" charset="0"/>
              <a:buChar char="•"/>
              <a:tabLst>
                <a:tab pos="724045" algn="l"/>
                <a:tab pos="1448090" algn="l"/>
                <a:tab pos="2172134" algn="l"/>
                <a:tab pos="2896179" algn="l"/>
                <a:tab pos="3620224" algn="l"/>
                <a:tab pos="4344269" algn="l"/>
                <a:tab pos="5068313" algn="l"/>
                <a:tab pos="5792358" algn="l"/>
                <a:tab pos="6516403" algn="l"/>
                <a:tab pos="7240448" algn="l"/>
              </a:tabLst>
            </a:pPr>
            <a:endParaRPr lang="es-EC" sz="2200" noProof="0" dirty="0">
              <a:solidFill>
                <a:schemeClr val="bg2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4202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104F96-7950-790B-6BEE-CF4A9786F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E872CE-EB96-F291-9295-893647AF39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571407"/>
              </p:ext>
            </p:extLst>
          </p:nvPr>
        </p:nvGraphicFramePr>
        <p:xfrm>
          <a:off x="0" y="476250"/>
          <a:ext cx="12120569" cy="615405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296552">
                  <a:extLst>
                    <a:ext uri="{9D8B030D-6E8A-4147-A177-3AD203B41FA5}">
                      <a16:colId xmlns:a16="http://schemas.microsoft.com/office/drawing/2014/main" val="2951956517"/>
                    </a:ext>
                  </a:extLst>
                </a:gridCol>
                <a:gridCol w="1107168">
                  <a:extLst>
                    <a:ext uri="{9D8B030D-6E8A-4147-A177-3AD203B41FA5}">
                      <a16:colId xmlns:a16="http://schemas.microsoft.com/office/drawing/2014/main" val="226734137"/>
                    </a:ext>
                  </a:extLst>
                </a:gridCol>
                <a:gridCol w="1631615">
                  <a:extLst>
                    <a:ext uri="{9D8B030D-6E8A-4147-A177-3AD203B41FA5}">
                      <a16:colId xmlns:a16="http://schemas.microsoft.com/office/drawing/2014/main" val="182340091"/>
                    </a:ext>
                  </a:extLst>
                </a:gridCol>
                <a:gridCol w="1602478">
                  <a:extLst>
                    <a:ext uri="{9D8B030D-6E8A-4147-A177-3AD203B41FA5}">
                      <a16:colId xmlns:a16="http://schemas.microsoft.com/office/drawing/2014/main" val="2041587780"/>
                    </a:ext>
                  </a:extLst>
                </a:gridCol>
                <a:gridCol w="1631615">
                  <a:extLst>
                    <a:ext uri="{9D8B030D-6E8A-4147-A177-3AD203B41FA5}">
                      <a16:colId xmlns:a16="http://schemas.microsoft.com/office/drawing/2014/main" val="2251032279"/>
                    </a:ext>
                  </a:extLst>
                </a:gridCol>
                <a:gridCol w="1587911">
                  <a:extLst>
                    <a:ext uri="{9D8B030D-6E8A-4147-A177-3AD203B41FA5}">
                      <a16:colId xmlns:a16="http://schemas.microsoft.com/office/drawing/2014/main" val="2817800503"/>
                    </a:ext>
                  </a:extLst>
                </a:gridCol>
                <a:gridCol w="1631615">
                  <a:extLst>
                    <a:ext uri="{9D8B030D-6E8A-4147-A177-3AD203B41FA5}">
                      <a16:colId xmlns:a16="http://schemas.microsoft.com/office/drawing/2014/main" val="3667373495"/>
                    </a:ext>
                  </a:extLst>
                </a:gridCol>
                <a:gridCol w="1631615">
                  <a:extLst>
                    <a:ext uri="{9D8B030D-6E8A-4147-A177-3AD203B41FA5}">
                      <a16:colId xmlns:a16="http://schemas.microsoft.com/office/drawing/2014/main" val="796187525"/>
                    </a:ext>
                  </a:extLst>
                </a:gridCol>
              </a:tblGrid>
              <a:tr h="34805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GB" sz="1400" b="1" u="none" strike="noStrike">
                          <a:solidFill>
                            <a:schemeClr val="tx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Criterio</a:t>
                      </a:r>
                      <a:endParaRPr lang="en-GB" sz="1400" b="1" i="0" u="none" strike="noStrike">
                        <a:solidFill>
                          <a:schemeClr val="tx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GB" sz="1400" b="1" u="none" strike="noStrike">
                          <a:solidFill>
                            <a:schemeClr val="tx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Puntuación máxima</a:t>
                      </a:r>
                      <a:endParaRPr lang="en-GB" sz="1400" b="1" i="0" u="none" strike="noStrike">
                        <a:solidFill>
                          <a:schemeClr val="tx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400" b="1" u="none" strike="noStrike" dirty="0">
                          <a:solidFill>
                            <a:schemeClr val="tx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20</a:t>
                      </a:r>
                      <a:endParaRPr lang="en-GB" sz="1400" b="1" i="0" u="none" strike="noStrike" dirty="0">
                        <a:solidFill>
                          <a:schemeClr val="tx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400" b="1" u="none" strike="noStrike">
                          <a:solidFill>
                            <a:schemeClr val="tx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17</a:t>
                      </a:r>
                      <a:endParaRPr lang="en-GB" sz="1400" b="1" i="0" u="none" strike="noStrike">
                        <a:solidFill>
                          <a:schemeClr val="tx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400" b="1" u="none" strike="noStrike">
                          <a:solidFill>
                            <a:schemeClr val="tx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14</a:t>
                      </a:r>
                      <a:endParaRPr lang="en-GB" sz="1400" b="1" i="0" u="none" strike="noStrike">
                        <a:solidFill>
                          <a:schemeClr val="tx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400" b="1" u="none" strike="noStrike">
                          <a:solidFill>
                            <a:schemeClr val="tx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11</a:t>
                      </a:r>
                      <a:endParaRPr lang="en-GB" sz="1400" b="1" i="0" u="none" strike="noStrike">
                        <a:solidFill>
                          <a:schemeClr val="tx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400" b="1" u="none" strike="noStrike">
                          <a:solidFill>
                            <a:schemeClr val="tx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8</a:t>
                      </a:r>
                      <a:endParaRPr lang="en-GB" sz="1400" b="1" i="0" u="none" strike="noStrike">
                        <a:solidFill>
                          <a:schemeClr val="tx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400" b="1" u="none" strike="noStrike" dirty="0">
                          <a:solidFill>
                            <a:schemeClr val="tx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5</a:t>
                      </a:r>
                      <a:endParaRPr lang="en-GB" sz="1400" b="1" i="0" u="none" strike="noStrike" dirty="0">
                        <a:solidFill>
                          <a:schemeClr val="tx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8899985"/>
                  </a:ext>
                </a:extLst>
              </a:tr>
              <a:tr h="1209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000" b="1" u="none" strike="noStrike" dirty="0" err="1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Revisión</a:t>
                      </a:r>
                      <a:endParaRPr lang="en-GB" sz="1000" b="1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 anchor="ctr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20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20</a:t>
                      </a:r>
                      <a:endParaRPr lang="en-GB" sz="1200" b="0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Demostración de pensamiento crítico, lectura extracurricular y excelente comprensión de la literatura</a:t>
                      </a:r>
                      <a:endParaRPr lang="es-ES" sz="1150" b="0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Al menos alguna evidencia de lectura extracurricular y pensamiento crítico, buena comprensión de la literatura</a:t>
                      </a:r>
                      <a:endParaRPr lang="es-ES" sz="1150" b="0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Al menos alguna evidencia de lectura extracurricular, comprensión adecuada de la literatura, referencias adecuadas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Muy poca evidencia de lectura extracurricular, referencias inadecuadas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GB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Alguna evidencia de lectura, referencias pobres o descuidadas</a:t>
                      </a:r>
                      <a:endParaRPr lang="en-GB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Poca evidencia de lectura, referencias muy deficientes, faltan elementos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extLst>
                  <a:ext uri="{0D108BD9-81ED-4DB2-BD59-A6C34878D82A}">
                    <a16:rowId xmlns:a16="http://schemas.microsoft.com/office/drawing/2014/main" val="1735269959"/>
                  </a:ext>
                </a:extLst>
              </a:tr>
              <a:tr h="1209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000" b="1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Comunicación</a:t>
                      </a:r>
                      <a:endParaRPr lang="en-GB" sz="1000" b="1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 anchor="ctr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20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20</a:t>
                      </a:r>
                      <a:endParaRPr lang="en-GB" sz="120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Buen informe del proyecto con estructura lógica muy clara y buena presentación de los datos</a:t>
                      </a:r>
                      <a:endParaRPr lang="es-ES" sz="1150" b="0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Informe claro con estructura lógica y algunos errores menores en la presentación de los datos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Redacción adecuada, con falta de claridad o detalle en algunas partes o con material irrelevante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La redacción no es totalmente coherente, apresurada, con omisiones importantes o material irrelevante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Redacción pobre, desestructurada, faltan algunas partes, necesita una mejora significativa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Fallo grave en la estructura del texto, partes ausentes, muy baja legibilidad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extLst>
                  <a:ext uri="{0D108BD9-81ED-4DB2-BD59-A6C34878D82A}">
                    <a16:rowId xmlns:a16="http://schemas.microsoft.com/office/drawing/2014/main" val="1138810767"/>
                  </a:ext>
                </a:extLst>
              </a:tr>
              <a:tr h="1209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000" b="1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Ambición</a:t>
                      </a:r>
                      <a:endParaRPr lang="en-GB" sz="1000" b="1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 anchor="ctr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20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20</a:t>
                      </a:r>
                      <a:endParaRPr lang="en-GB" sz="120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Contribución sólida con buena evidencia de pensamiento original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Cumple los objetivos del proyecto pero sin extensión adicional; poca evidencia de originalidad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Se alcanzan la mayoría de los objetivos básicos, sin intentos extra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Buen intento, pero no alcanza la mayoría de los objetivos básicos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Intento de crear algo acorde los metodos expuestos, aunque los objetivos no se alcanzan claramente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Logros reales muy escasos o no evidentes</a:t>
                      </a:r>
                      <a:endParaRPr lang="es-ES" sz="1150" b="0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extLst>
                  <a:ext uri="{0D108BD9-81ED-4DB2-BD59-A6C34878D82A}">
                    <a16:rowId xmlns:a16="http://schemas.microsoft.com/office/drawing/2014/main" val="3927867709"/>
                  </a:ext>
                </a:extLst>
              </a:tr>
              <a:tr h="120913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000" b="1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Precisión</a:t>
                      </a:r>
                      <a:endParaRPr lang="en-GB" sz="1000" b="1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 anchor="ctr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20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20</a:t>
                      </a:r>
                      <a:endParaRPr lang="en-GB" sz="120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Buena Ejecución, y análisis con métodos apropiados y sin errores.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Demuestra buena familiaridad con las técnicas utilizadas, aunque con algunos errores</a:t>
                      </a:r>
                      <a:endParaRPr lang="es-ES" sz="1150" b="0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Demuestra en general comprensión de las técnicas, con errores ocasionales de juicio</a:t>
                      </a:r>
                      <a:endParaRPr lang="es-ES" sz="1150" b="0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Errores graves en la comprensión de métodos y técnicas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El tema no se ha tratado adecuadamente, falta comprensión de las técnicas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Todos los aspectos del tema tratados deficientemente, sin comprensión o con confusión de técnicas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extLst>
                  <a:ext uri="{0D108BD9-81ED-4DB2-BD59-A6C34878D82A}">
                    <a16:rowId xmlns:a16="http://schemas.microsoft.com/office/drawing/2014/main" val="236929305"/>
                  </a:ext>
                </a:extLst>
              </a:tr>
              <a:tr h="8701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000" b="1" u="none" strike="noStrike" dirty="0" err="1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Dificultad</a:t>
                      </a:r>
                      <a:r>
                        <a:rPr lang="en-GB" sz="1000" b="1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 </a:t>
                      </a:r>
                      <a:r>
                        <a:rPr lang="en-GB" sz="1000" b="1" u="none" strike="noStrike" dirty="0" err="1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técnica</a:t>
                      </a:r>
                      <a:endParaRPr lang="en-GB" sz="1000" b="1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 anchor="ctr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GB" sz="120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20</a:t>
                      </a:r>
                      <a:endParaRPr lang="en-GB" sz="1200" b="0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Objetivos exigentes y contenido técnico sustancial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El proyecto plantea algunos desafíos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Objetivos relativamente fáciles, sin intento de ir más allá de reproducir ejemplos existentes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150" u="none" strike="noStrike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Proyecto poco exigente; quizá ejemplos existentes copiados sin reflexión</a:t>
                      </a:r>
                      <a:endParaRPr lang="es-ES" sz="1150" b="0" i="0" u="none" strike="noStrike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GB" sz="115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Proyecto </a:t>
                      </a:r>
                      <a:r>
                        <a:rPr lang="en-GB" sz="1150" u="none" strike="noStrike" dirty="0" err="1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completamente</a:t>
                      </a:r>
                      <a:r>
                        <a:rPr lang="en-GB" sz="115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 poco </a:t>
                      </a:r>
                      <a:r>
                        <a:rPr lang="en-GB" sz="1150" u="none" strike="noStrike" dirty="0" err="1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exigente</a:t>
                      </a:r>
                      <a:endParaRPr lang="en-GB" sz="1150" b="0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GB" sz="1150" u="none" strike="noStrike" dirty="0" err="1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Objetivos</a:t>
                      </a:r>
                      <a:r>
                        <a:rPr lang="en-GB" sz="115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 </a:t>
                      </a:r>
                      <a:r>
                        <a:rPr lang="en-GB" sz="1150" u="none" strike="noStrike" dirty="0" err="1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casi</a:t>
                      </a:r>
                      <a:r>
                        <a:rPr lang="en-GB" sz="115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 </a:t>
                      </a:r>
                      <a:r>
                        <a:rPr lang="en-GB" sz="1150" u="none" strike="noStrike" dirty="0" err="1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completamente</a:t>
                      </a:r>
                      <a:r>
                        <a:rPr lang="en-GB" sz="1150" u="none" strike="noStrike" dirty="0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 </a:t>
                      </a:r>
                      <a:r>
                        <a:rPr lang="en-GB" sz="1150" u="none" strike="noStrike" dirty="0" err="1">
                          <a:solidFill>
                            <a:schemeClr val="bg2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ausentes</a:t>
                      </a:r>
                      <a:endParaRPr lang="en-GB" sz="1150" b="0" i="0" u="none" strike="noStrike" dirty="0">
                        <a:solidFill>
                          <a:schemeClr val="bg2"/>
                        </a:solidFill>
                        <a:effectLst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marL="7251" marR="7251" marT="7251" marB="0"/>
                </a:tc>
                <a:extLst>
                  <a:ext uri="{0D108BD9-81ED-4DB2-BD59-A6C34878D82A}">
                    <a16:rowId xmlns:a16="http://schemas.microsoft.com/office/drawing/2014/main" val="2157383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202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6BAD0-A8F9-7900-80B5-1E48E4DA1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C" dirty="0"/>
              <a:t>Retroalimentación del modulo de datos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286234-A46C-12DD-F546-8B5AEE788D07}"/>
              </a:ext>
            </a:extLst>
          </p:cNvPr>
          <p:cNvSpPr txBox="1"/>
          <p:nvPr/>
        </p:nvSpPr>
        <p:spPr>
          <a:xfrm>
            <a:off x="1384405" y="3605802"/>
            <a:ext cx="94216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sz="3600" b="1" dirty="0">
                <a:solidFill>
                  <a:schemeClr val="accent6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https://forms.gle/DEkKb99GN1VRGBGX6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4DDE44-81A1-CFE6-ECC0-C4C1B845F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679" y="1397459"/>
            <a:ext cx="10185054" cy="1800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41470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08"/>
  <p:tag name="MMPROD_UIDATA" val="&lt;database version=&quot;6.0&quot;&gt;&lt;object type=&quot;1&quot; unique_id=&quot;10001&quot;&gt;&lt;object type=&quot;8&quot; unique_id=&quot;10002&quot;&gt;&lt;/object&gt;&lt;object type=&quot;2&quot; unique_id=&quot;10003&quot;&gt;&lt;object type=&quot;3&quot; unique_id=&quot;10004&quot;&gt;&lt;property id=&quot;20148&quot; value=&quot;5&quot;/&gt;&lt;property id=&quot;20300&quot; value=&quot;Slide 1&quot;/&gt;&lt;property id=&quot;20307&quot; value=&quot;258&quot;/&gt;&lt;/object&gt;&lt;object type=&quot;3&quot; unique_id=&quot;10005&quot;&gt;&lt;property id=&quot;20148&quot; value=&quot;5&quot;/&gt;&lt;property id=&quot;20300&quot; value=&quot;Slide 2&quot;/&gt;&lt;property id=&quot;20307&quot; value=&quot;257&quot;/&gt;&lt;/object&gt;&lt;/object&gt;&lt;/object&gt;&lt;/database&gt;"/>
</p:tagLst>
</file>

<file path=ppt/theme/theme1.xml><?xml version="1.0" encoding="utf-8"?>
<a:theme xmlns:a="http://schemas.openxmlformats.org/drawingml/2006/main" name="Foster+Partners_template 2013">
  <a:themeElements>
    <a:clrScheme name="Foster + Partners PPT colours">
      <a:dk1>
        <a:srgbClr val="565656"/>
      </a:dk1>
      <a:lt1>
        <a:srgbClr val="DDDDDD"/>
      </a:lt1>
      <a:dk2>
        <a:srgbClr val="000000"/>
      </a:dk2>
      <a:lt2>
        <a:srgbClr val="FFFFFF"/>
      </a:lt2>
      <a:accent1>
        <a:srgbClr val="FFF166"/>
      </a:accent1>
      <a:accent2>
        <a:srgbClr val="EE7F00"/>
      </a:accent2>
      <a:accent3>
        <a:srgbClr val="FF0000"/>
      </a:accent3>
      <a:accent4>
        <a:srgbClr val="71C333"/>
      </a:accent4>
      <a:accent5>
        <a:srgbClr val="1DBBE9"/>
      </a:accent5>
      <a:accent6>
        <a:srgbClr val="1956AF"/>
      </a:accent6>
      <a:hlink>
        <a:srgbClr val="992BB7"/>
      </a:hlink>
      <a:folHlink>
        <a:srgbClr val="87856C"/>
      </a:folHlink>
    </a:clrScheme>
    <a:fontScheme name="Foster + Partners fotn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defRPr sz="1400" dirty="0" smtClean="0"/>
        </a:defPPr>
      </a:lstStyle>
    </a:txDef>
  </a:objectDefaults>
  <a:extraClrSchemeLst>
    <a:extraClrScheme>
      <a:clrScheme name="Foster+Partners_template2008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13">
        <a:dk1>
          <a:srgbClr val="808080"/>
        </a:dk1>
        <a:lt1>
          <a:srgbClr val="C0C0C0"/>
        </a:lt1>
        <a:dk2>
          <a:srgbClr val="000000"/>
        </a:dk2>
        <a:lt2>
          <a:srgbClr val="FFFFFF"/>
        </a:lt2>
        <a:accent1>
          <a:srgbClr val="FFFF99"/>
        </a:accent1>
        <a:accent2>
          <a:srgbClr val="FFCC66"/>
        </a:accent2>
        <a:accent3>
          <a:srgbClr val="AAAAAA"/>
        </a:accent3>
        <a:accent4>
          <a:srgbClr val="A4A4A4"/>
        </a:accent4>
        <a:accent5>
          <a:srgbClr val="FFFFCA"/>
        </a:accent5>
        <a:accent6>
          <a:srgbClr val="E7B95C"/>
        </a:accent6>
        <a:hlink>
          <a:srgbClr val="FF9900"/>
        </a:hlink>
        <a:folHlink>
          <a:srgbClr val="FF66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14">
        <a:dk1>
          <a:srgbClr val="000000"/>
        </a:dk1>
        <a:lt1>
          <a:srgbClr val="FFFFFF"/>
        </a:lt1>
        <a:dk2>
          <a:srgbClr val="FFFFFF"/>
        </a:dk2>
        <a:lt2>
          <a:srgbClr val="000000"/>
        </a:lt2>
        <a:accent1>
          <a:srgbClr val="FFFF99"/>
        </a:accent1>
        <a:accent2>
          <a:srgbClr val="FFCC66"/>
        </a:accent2>
        <a:accent3>
          <a:srgbClr val="FFFFFF"/>
        </a:accent3>
        <a:accent4>
          <a:srgbClr val="000000"/>
        </a:accent4>
        <a:accent5>
          <a:srgbClr val="FFFFCA"/>
        </a:accent5>
        <a:accent6>
          <a:srgbClr val="E7B95C"/>
        </a:accent6>
        <a:hlink>
          <a:srgbClr val="FF9900"/>
        </a:hlink>
        <a:folHlink>
          <a:srgbClr val="FF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15">
        <a:dk1>
          <a:srgbClr val="808080"/>
        </a:dk1>
        <a:lt1>
          <a:srgbClr val="DDDDDD"/>
        </a:lt1>
        <a:dk2>
          <a:srgbClr val="000000"/>
        </a:dk2>
        <a:lt2>
          <a:srgbClr val="FFFFFF"/>
        </a:lt2>
        <a:accent1>
          <a:srgbClr val="FFFF99"/>
        </a:accent1>
        <a:accent2>
          <a:srgbClr val="FFCC66"/>
        </a:accent2>
        <a:accent3>
          <a:srgbClr val="AAAAAA"/>
        </a:accent3>
        <a:accent4>
          <a:srgbClr val="BDBDBD"/>
        </a:accent4>
        <a:accent5>
          <a:srgbClr val="FFFFCA"/>
        </a:accent5>
        <a:accent6>
          <a:srgbClr val="E7B95C"/>
        </a:accent6>
        <a:hlink>
          <a:srgbClr val="FF9900"/>
        </a:hlink>
        <a:folHlink>
          <a:srgbClr val="FF66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oster+Partners_white_16x9_2019.pptx" id="{A325104D-7B6B-4DC2-829D-AB456116C95B}" vid="{77D86C47-FD96-465A-B723-A018830516D0}"/>
    </a:ext>
  </a:extLst>
</a:theme>
</file>

<file path=ppt/theme/theme2.xml><?xml version="1.0" encoding="utf-8"?>
<a:theme xmlns:a="http://schemas.openxmlformats.org/drawingml/2006/main" name="1_Foster+Partners_template 2013">
  <a:themeElements>
    <a:clrScheme name="Foster + Partners PPT colours">
      <a:dk1>
        <a:srgbClr val="565656"/>
      </a:dk1>
      <a:lt1>
        <a:srgbClr val="DDDDDD"/>
      </a:lt1>
      <a:dk2>
        <a:srgbClr val="000000"/>
      </a:dk2>
      <a:lt2>
        <a:srgbClr val="FFFFFF"/>
      </a:lt2>
      <a:accent1>
        <a:srgbClr val="FFF166"/>
      </a:accent1>
      <a:accent2>
        <a:srgbClr val="EE7F00"/>
      </a:accent2>
      <a:accent3>
        <a:srgbClr val="FF0000"/>
      </a:accent3>
      <a:accent4>
        <a:srgbClr val="71C333"/>
      </a:accent4>
      <a:accent5>
        <a:srgbClr val="1DBBE9"/>
      </a:accent5>
      <a:accent6>
        <a:srgbClr val="1956AF"/>
      </a:accent6>
      <a:hlink>
        <a:srgbClr val="992BB7"/>
      </a:hlink>
      <a:folHlink>
        <a:srgbClr val="87856C"/>
      </a:folHlink>
    </a:clrScheme>
    <a:fontScheme name="Foster + Partners fotn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defRPr sz="1400" dirty="0" smtClean="0"/>
        </a:defPPr>
      </a:lstStyle>
    </a:txDef>
  </a:objectDefaults>
  <a:extraClrSchemeLst>
    <a:extraClrScheme>
      <a:clrScheme name="Foster+Partners_template2008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13">
        <a:dk1>
          <a:srgbClr val="808080"/>
        </a:dk1>
        <a:lt1>
          <a:srgbClr val="C0C0C0"/>
        </a:lt1>
        <a:dk2>
          <a:srgbClr val="000000"/>
        </a:dk2>
        <a:lt2>
          <a:srgbClr val="FFFFFF"/>
        </a:lt2>
        <a:accent1>
          <a:srgbClr val="FFFF99"/>
        </a:accent1>
        <a:accent2>
          <a:srgbClr val="FFCC66"/>
        </a:accent2>
        <a:accent3>
          <a:srgbClr val="AAAAAA"/>
        </a:accent3>
        <a:accent4>
          <a:srgbClr val="A4A4A4"/>
        </a:accent4>
        <a:accent5>
          <a:srgbClr val="FFFFCA"/>
        </a:accent5>
        <a:accent6>
          <a:srgbClr val="E7B95C"/>
        </a:accent6>
        <a:hlink>
          <a:srgbClr val="FF9900"/>
        </a:hlink>
        <a:folHlink>
          <a:srgbClr val="FF66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oster+Partners_template2008 14">
        <a:dk1>
          <a:srgbClr val="000000"/>
        </a:dk1>
        <a:lt1>
          <a:srgbClr val="FFFFFF"/>
        </a:lt1>
        <a:dk2>
          <a:srgbClr val="FFFFFF"/>
        </a:dk2>
        <a:lt2>
          <a:srgbClr val="000000"/>
        </a:lt2>
        <a:accent1>
          <a:srgbClr val="FFFF99"/>
        </a:accent1>
        <a:accent2>
          <a:srgbClr val="FFCC66"/>
        </a:accent2>
        <a:accent3>
          <a:srgbClr val="FFFFFF"/>
        </a:accent3>
        <a:accent4>
          <a:srgbClr val="000000"/>
        </a:accent4>
        <a:accent5>
          <a:srgbClr val="FFFFCA"/>
        </a:accent5>
        <a:accent6>
          <a:srgbClr val="E7B95C"/>
        </a:accent6>
        <a:hlink>
          <a:srgbClr val="FF9900"/>
        </a:hlink>
        <a:folHlink>
          <a:srgbClr val="FF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oster+Partners_template2008 15">
        <a:dk1>
          <a:srgbClr val="808080"/>
        </a:dk1>
        <a:lt1>
          <a:srgbClr val="DDDDDD"/>
        </a:lt1>
        <a:dk2>
          <a:srgbClr val="000000"/>
        </a:dk2>
        <a:lt2>
          <a:srgbClr val="FFFFFF"/>
        </a:lt2>
        <a:accent1>
          <a:srgbClr val="FFFF99"/>
        </a:accent1>
        <a:accent2>
          <a:srgbClr val="FFCC66"/>
        </a:accent2>
        <a:accent3>
          <a:srgbClr val="AAAAAA"/>
        </a:accent3>
        <a:accent4>
          <a:srgbClr val="BDBDBD"/>
        </a:accent4>
        <a:accent5>
          <a:srgbClr val="FFFFCA"/>
        </a:accent5>
        <a:accent6>
          <a:srgbClr val="E7B95C"/>
        </a:accent6>
        <a:hlink>
          <a:srgbClr val="FF9900"/>
        </a:hlink>
        <a:folHlink>
          <a:srgbClr val="FF66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oster+Partners_white_16x9_2019.pptx" id="{A325104D-7B6B-4DC2-829D-AB456116C95B}" vid="{77D86C47-FD96-465A-B723-A018830516D0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031F1B99BD28479046B99E0BB1DD4F" ma:contentTypeVersion="14" ma:contentTypeDescription="Create a new document." ma:contentTypeScope="" ma:versionID="a13c93741b2e1e67f0a2721f11a4b9f3">
  <xsd:schema xmlns:xsd="http://www.w3.org/2001/XMLSchema" xmlns:xs="http://www.w3.org/2001/XMLSchema" xmlns:p="http://schemas.microsoft.com/office/2006/metadata/properties" xmlns:ns2="bb607934-979d-426f-bc8c-1c62ad83e693" xmlns:ns3="0ac69bb8-fd78-49e3-b5a4-9113b319d7ac" targetNamespace="http://schemas.microsoft.com/office/2006/metadata/properties" ma:root="true" ma:fieldsID="4508705b441b207914442563c2876aea" ns2:_="" ns3:_="">
    <xsd:import namespace="bb607934-979d-426f-bc8c-1c62ad83e693"/>
    <xsd:import namespace="0ac69bb8-fd78-49e3-b5a4-9113b319d7a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607934-979d-426f-bc8c-1c62ad83e6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62979705-429e-4ac2-8014-32167a7a8c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c69bb8-fd78-49e3-b5a4-9113b319d7ac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b607934-979d-426f-bc8c-1c62ad83e69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7873921-D00C-45F6-B7F4-402035C71E3D}">
  <ds:schemaRefs>
    <ds:schemaRef ds:uri="0ac69bb8-fd78-49e3-b5a4-9113b319d7ac"/>
    <ds:schemaRef ds:uri="bb607934-979d-426f-bc8c-1c62ad83e69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BC5AAAE-4105-4A71-B833-FE7031C2571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57000C0-7051-43B6-A407-D81F70861508}">
  <ds:schemaRefs>
    <ds:schemaRef ds:uri="bb607934-979d-426f-bc8c-1c62ad83e693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Foster+Partners_white_16x9_2019</Template>
  <TotalTime>0</TotalTime>
  <Words>561</Words>
  <Application>Microsoft Office PowerPoint</Application>
  <PresentationFormat>Custom</PresentationFormat>
  <Paragraphs>75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Roboto Light</vt:lpstr>
      <vt:lpstr>Open Sans</vt:lpstr>
      <vt:lpstr>Open Sans SemiBold</vt:lpstr>
      <vt:lpstr>Calibri</vt:lpstr>
      <vt:lpstr>Arial</vt:lpstr>
      <vt:lpstr>Open Sans Light</vt:lpstr>
      <vt:lpstr>Foster+Partners_template 2013</vt:lpstr>
      <vt:lpstr>1_Foster+Partners_template 2013</vt:lpstr>
      <vt:lpstr>Manejo y Análisis de Datos</vt:lpstr>
      <vt:lpstr>Evaluación del módulo</vt:lpstr>
      <vt:lpstr>Ensayo cuantitativo | sugerencias </vt:lpstr>
      <vt:lpstr>PowerPoint Presentation</vt:lpstr>
      <vt:lpstr>Retroalimentación del modulo de datos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Laurens Versluis</dc:creator>
  <cp:lastModifiedBy>Mateo Neira</cp:lastModifiedBy>
  <cp:revision>76</cp:revision>
  <dcterms:created xsi:type="dcterms:W3CDTF">2024-06-10T08:35:43Z</dcterms:created>
  <dcterms:modified xsi:type="dcterms:W3CDTF">2026-01-23T18:01:45Z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0x010100C7031F1B99BD28479046B99E0BB1DD4F</vt:lpwstr>
  </property>
  <property fmtid="{D5CDD505-2E9C-101B-9397-08002B2CF9AE}" pid="3" name="MediaServiceImageTags">
    <vt:lpwstr/>
  </property>
</Properties>
</file>